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B3AFCA-8020-427A-B4CD-83DC291CAAD3}" v="1" dt="2026-05-21T16:23:51.922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ishwarya20@gmail.com" userId="3b77a5a310b328a4" providerId="LiveId" clId="{646D4B4C-8DF4-4D13-8551-523EC8A73BE5}"/>
    <pc:docChg chg="custSel modSld">
      <pc:chgData name="suraishwarya20@gmail.com" userId="3b77a5a310b328a4" providerId="LiveId" clId="{646D4B4C-8DF4-4D13-8551-523EC8A73BE5}" dt="2026-05-21T16:23:52.052" v="1" actId="27636"/>
      <pc:docMkLst>
        <pc:docMk/>
      </pc:docMkLst>
      <pc:sldChg chg="modSp mod">
        <pc:chgData name="suraishwarya20@gmail.com" userId="3b77a5a310b328a4" providerId="LiveId" clId="{646D4B4C-8DF4-4D13-8551-523EC8A73BE5}" dt="2026-05-21T16:23:52.052" v="1" actId="27636"/>
        <pc:sldMkLst>
          <pc:docMk/>
          <pc:sldMk cId="3004291796" sldId="256"/>
        </pc:sldMkLst>
        <pc:spChg chg="mod">
          <ac:chgData name="suraishwarya20@gmail.com" userId="3b77a5a310b328a4" providerId="LiveId" clId="{646D4B4C-8DF4-4D13-8551-523EC8A73BE5}" dt="2026-05-21T16:23:52.052" v="1" actId="27636"/>
          <ac:spMkLst>
            <pc:docMk/>
            <pc:sldMk cId="3004291796" sldId="256"/>
            <ac:spMk id="3" creationId="{1FEBC51E-57BA-7569-DC85-761858EF2BD5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95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DELAY_DAYS</c:v>
                </c:pt>
              </c:strCache>
            </c:strRef>
          </c:tx>
          <c:spPr>
            <a:ln w="34925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1"/>
              </a:outerShdw>
            </a:effectLst>
          </c:spPr>
          <c:marker>
            <c:symbol val="none"/>
          </c:marker>
          <c:cat>
            <c:strRef>
              <c:f>Sheet2!$A$2:$A$301</c:f>
              <c:strCache>
                <c:ptCount val="300"/>
                <c:pt idx="0">
                  <c:v>FLP-ORD-0002</c:v>
                </c:pt>
                <c:pt idx="1">
                  <c:v>FLP-ORD-0003</c:v>
                </c:pt>
                <c:pt idx="2">
                  <c:v>FLP-ORD-0004</c:v>
                </c:pt>
                <c:pt idx="3">
                  <c:v>FLP-ORD-0005</c:v>
                </c:pt>
                <c:pt idx="4">
                  <c:v>FLP-ORD-0007</c:v>
                </c:pt>
                <c:pt idx="5">
                  <c:v>FLP-ORD-0008</c:v>
                </c:pt>
                <c:pt idx="6">
                  <c:v>FLP-ORD-0009</c:v>
                </c:pt>
                <c:pt idx="7">
                  <c:v>FLP-ORD-0011</c:v>
                </c:pt>
                <c:pt idx="8">
                  <c:v>FLP-ORD-0013</c:v>
                </c:pt>
                <c:pt idx="9">
                  <c:v>FLP-ORD-0014</c:v>
                </c:pt>
                <c:pt idx="10">
                  <c:v>FLP-ORD-0015</c:v>
                </c:pt>
                <c:pt idx="11">
                  <c:v>FLP-ORD-0016</c:v>
                </c:pt>
                <c:pt idx="12">
                  <c:v>FLP-ORD-0017</c:v>
                </c:pt>
                <c:pt idx="13">
                  <c:v>FLP-ORD-0018</c:v>
                </c:pt>
                <c:pt idx="14">
                  <c:v>FLP-ORD-0019</c:v>
                </c:pt>
                <c:pt idx="15">
                  <c:v>FLP-ORD-0020</c:v>
                </c:pt>
                <c:pt idx="16">
                  <c:v>FLP-ORD-0022</c:v>
                </c:pt>
                <c:pt idx="17">
                  <c:v>FLP-ORD-0024</c:v>
                </c:pt>
                <c:pt idx="18">
                  <c:v>FLP-ORD-0026</c:v>
                </c:pt>
                <c:pt idx="19">
                  <c:v>FLP-ORD-0027</c:v>
                </c:pt>
                <c:pt idx="20">
                  <c:v>FLP-ORD-0028</c:v>
                </c:pt>
                <c:pt idx="21">
                  <c:v>FLP-ORD-0029</c:v>
                </c:pt>
                <c:pt idx="22">
                  <c:v>FLP-ORD-0030</c:v>
                </c:pt>
                <c:pt idx="23">
                  <c:v>FLP-ORD-0031</c:v>
                </c:pt>
                <c:pt idx="24">
                  <c:v>FLP-ORD-0033</c:v>
                </c:pt>
                <c:pt idx="25">
                  <c:v>FLP-ORD-0034</c:v>
                </c:pt>
                <c:pt idx="26">
                  <c:v>FLP-ORD-0036</c:v>
                </c:pt>
                <c:pt idx="27">
                  <c:v>FLP-ORD-0038</c:v>
                </c:pt>
                <c:pt idx="28">
                  <c:v>FLP-ORD-0039</c:v>
                </c:pt>
                <c:pt idx="29">
                  <c:v>FLP-ORD-0041</c:v>
                </c:pt>
                <c:pt idx="30">
                  <c:v>FLP-ORD-0042</c:v>
                </c:pt>
                <c:pt idx="31">
                  <c:v>FLP-ORD-0043</c:v>
                </c:pt>
                <c:pt idx="32">
                  <c:v>FLP-ORD-0044</c:v>
                </c:pt>
                <c:pt idx="33">
                  <c:v>FLP-ORD-0045</c:v>
                </c:pt>
                <c:pt idx="34">
                  <c:v>FLP-ORD-0046</c:v>
                </c:pt>
                <c:pt idx="35">
                  <c:v>FLP-ORD-0047</c:v>
                </c:pt>
                <c:pt idx="36">
                  <c:v>FLP-ORD-0049</c:v>
                </c:pt>
                <c:pt idx="37">
                  <c:v>FLP-ORD-0050</c:v>
                </c:pt>
                <c:pt idx="38">
                  <c:v>FLP-ORD-0051</c:v>
                </c:pt>
                <c:pt idx="39">
                  <c:v>FLP-ORD-0052</c:v>
                </c:pt>
                <c:pt idx="40">
                  <c:v>FLP-ORD-0053</c:v>
                </c:pt>
                <c:pt idx="41">
                  <c:v>FLP-ORD-0054</c:v>
                </c:pt>
                <c:pt idx="42">
                  <c:v>FLP-ORD-0056</c:v>
                </c:pt>
                <c:pt idx="43">
                  <c:v>FLP-ORD-0057</c:v>
                </c:pt>
                <c:pt idx="44">
                  <c:v>FLP-ORD-0058</c:v>
                </c:pt>
                <c:pt idx="45">
                  <c:v>FLP-ORD-0059</c:v>
                </c:pt>
                <c:pt idx="46">
                  <c:v>FLP-ORD-0060</c:v>
                </c:pt>
                <c:pt idx="47">
                  <c:v>FLP-ORD-0061</c:v>
                </c:pt>
                <c:pt idx="48">
                  <c:v>FLP-ORD-0062</c:v>
                </c:pt>
                <c:pt idx="49">
                  <c:v>FLP-ORD-0063</c:v>
                </c:pt>
                <c:pt idx="50">
                  <c:v>FLP-ORD-0064</c:v>
                </c:pt>
                <c:pt idx="51">
                  <c:v>FLP-ORD-0065</c:v>
                </c:pt>
                <c:pt idx="52">
                  <c:v>FLP-ORD-0066</c:v>
                </c:pt>
                <c:pt idx="53">
                  <c:v>FLP-ORD-0067</c:v>
                </c:pt>
                <c:pt idx="54">
                  <c:v>FLP-ORD-0072</c:v>
                </c:pt>
                <c:pt idx="55">
                  <c:v>FLP-ORD-0073</c:v>
                </c:pt>
                <c:pt idx="56">
                  <c:v>FLP-ORD-0074</c:v>
                </c:pt>
                <c:pt idx="57">
                  <c:v>FLP-ORD-0075</c:v>
                </c:pt>
                <c:pt idx="58">
                  <c:v>FLP-ORD-0076</c:v>
                </c:pt>
                <c:pt idx="59">
                  <c:v>FLP-ORD-0078</c:v>
                </c:pt>
                <c:pt idx="60">
                  <c:v>FLP-ORD-0080</c:v>
                </c:pt>
                <c:pt idx="61">
                  <c:v>FLP-ORD-0081</c:v>
                </c:pt>
                <c:pt idx="62">
                  <c:v>FLP-ORD-0083</c:v>
                </c:pt>
                <c:pt idx="63">
                  <c:v>FLP-ORD-0085</c:v>
                </c:pt>
                <c:pt idx="64">
                  <c:v>FLP-ORD-0086</c:v>
                </c:pt>
                <c:pt idx="65">
                  <c:v>FLP-ORD-0088</c:v>
                </c:pt>
                <c:pt idx="66">
                  <c:v>FLP-ORD-0089</c:v>
                </c:pt>
                <c:pt idx="67">
                  <c:v>FLP-ORD-0090</c:v>
                </c:pt>
                <c:pt idx="68">
                  <c:v>FLP-ORD-0091</c:v>
                </c:pt>
                <c:pt idx="69">
                  <c:v>FLP-ORD-0094</c:v>
                </c:pt>
                <c:pt idx="70">
                  <c:v>FLP-ORD-0095</c:v>
                </c:pt>
                <c:pt idx="71">
                  <c:v>FLP-ORD-0096</c:v>
                </c:pt>
                <c:pt idx="72">
                  <c:v>FLP-ORD-0097</c:v>
                </c:pt>
                <c:pt idx="73">
                  <c:v>FLP-ORD-0098</c:v>
                </c:pt>
                <c:pt idx="74">
                  <c:v>FLP-ORD-0099</c:v>
                </c:pt>
                <c:pt idx="75">
                  <c:v>FLP-ORD-0100</c:v>
                </c:pt>
                <c:pt idx="76">
                  <c:v>FLP-ORD-0102</c:v>
                </c:pt>
                <c:pt idx="77">
                  <c:v>FLP-ORD-0103</c:v>
                </c:pt>
                <c:pt idx="78">
                  <c:v>FLP-ORD-0108</c:v>
                </c:pt>
                <c:pt idx="79">
                  <c:v>FLP-ORD-0109</c:v>
                </c:pt>
                <c:pt idx="80">
                  <c:v>FLP-ORD-0110</c:v>
                </c:pt>
                <c:pt idx="81">
                  <c:v>FLP-ORD-0111</c:v>
                </c:pt>
                <c:pt idx="82">
                  <c:v>FLP-ORD-0113</c:v>
                </c:pt>
                <c:pt idx="83">
                  <c:v>FLP-ORD-0115</c:v>
                </c:pt>
                <c:pt idx="84">
                  <c:v>FLP-ORD-0116</c:v>
                </c:pt>
                <c:pt idx="85">
                  <c:v>FLP-ORD-0117</c:v>
                </c:pt>
                <c:pt idx="86">
                  <c:v>FLP-ORD-0119</c:v>
                </c:pt>
                <c:pt idx="87">
                  <c:v>FLP-ORD-0120</c:v>
                </c:pt>
                <c:pt idx="88">
                  <c:v>FLP-ORD-0122</c:v>
                </c:pt>
                <c:pt idx="89">
                  <c:v>FLP-ORD-0123</c:v>
                </c:pt>
                <c:pt idx="90">
                  <c:v>FLP-ORD-0124</c:v>
                </c:pt>
                <c:pt idx="91">
                  <c:v>FLP-ORD-0125</c:v>
                </c:pt>
                <c:pt idx="92">
                  <c:v>FLP-ORD-0126</c:v>
                </c:pt>
                <c:pt idx="93">
                  <c:v>FLP-ORD-0127</c:v>
                </c:pt>
                <c:pt idx="94">
                  <c:v>FLP-ORD-0128</c:v>
                </c:pt>
                <c:pt idx="95">
                  <c:v>FLP-ORD-0131</c:v>
                </c:pt>
                <c:pt idx="96">
                  <c:v>FLP-ORD-0132</c:v>
                </c:pt>
                <c:pt idx="97">
                  <c:v>FLP-ORD-0133</c:v>
                </c:pt>
                <c:pt idx="98">
                  <c:v>FLP-ORD-0135</c:v>
                </c:pt>
                <c:pt idx="99">
                  <c:v>FLP-ORD-0136</c:v>
                </c:pt>
                <c:pt idx="100">
                  <c:v>FLP-ORD-0138</c:v>
                </c:pt>
                <c:pt idx="101">
                  <c:v>FLP-ORD-0139</c:v>
                </c:pt>
                <c:pt idx="102">
                  <c:v>FLP-ORD-0141</c:v>
                </c:pt>
                <c:pt idx="103">
                  <c:v>FLP-ORD-0142</c:v>
                </c:pt>
                <c:pt idx="104">
                  <c:v>FLP-ORD-0144</c:v>
                </c:pt>
                <c:pt idx="105">
                  <c:v>FLP-ORD-0145</c:v>
                </c:pt>
                <c:pt idx="106">
                  <c:v>FLP-ORD-0146</c:v>
                </c:pt>
                <c:pt idx="107">
                  <c:v>FLP-ORD-0147</c:v>
                </c:pt>
                <c:pt idx="108">
                  <c:v>FLP-ORD-0149</c:v>
                </c:pt>
                <c:pt idx="109">
                  <c:v>FLP-ORD-0150</c:v>
                </c:pt>
                <c:pt idx="110">
                  <c:v>FLP-ORD-0151</c:v>
                </c:pt>
                <c:pt idx="111">
                  <c:v>FLP-ORD-0152</c:v>
                </c:pt>
                <c:pt idx="112">
                  <c:v>FLP-ORD-0153</c:v>
                </c:pt>
                <c:pt idx="113">
                  <c:v>FLP-ORD-0154</c:v>
                </c:pt>
                <c:pt idx="114">
                  <c:v>FLP-ORD-0155</c:v>
                </c:pt>
                <c:pt idx="115">
                  <c:v>FLP-ORD-0156</c:v>
                </c:pt>
                <c:pt idx="116">
                  <c:v>FLP-ORD-0157</c:v>
                </c:pt>
                <c:pt idx="117">
                  <c:v>FLP-ORD-0158</c:v>
                </c:pt>
                <c:pt idx="118">
                  <c:v>FLP-ORD-0159</c:v>
                </c:pt>
                <c:pt idx="119">
                  <c:v>FLP-ORD-0160</c:v>
                </c:pt>
                <c:pt idx="120">
                  <c:v>FLP-ORD-0161</c:v>
                </c:pt>
                <c:pt idx="121">
                  <c:v>FLP-ORD-0163</c:v>
                </c:pt>
                <c:pt idx="122">
                  <c:v>FLP-ORD-0164</c:v>
                </c:pt>
                <c:pt idx="123">
                  <c:v>FLP-ORD-0167</c:v>
                </c:pt>
                <c:pt idx="124">
                  <c:v>FLP-ORD-0168</c:v>
                </c:pt>
                <c:pt idx="125">
                  <c:v>FLP-ORD-0170</c:v>
                </c:pt>
                <c:pt idx="126">
                  <c:v>FLP-ORD-0172</c:v>
                </c:pt>
                <c:pt idx="127">
                  <c:v>FLP-ORD-0173</c:v>
                </c:pt>
                <c:pt idx="128">
                  <c:v>FLP-ORD-0174</c:v>
                </c:pt>
                <c:pt idx="129">
                  <c:v>FLP-ORD-0175</c:v>
                </c:pt>
                <c:pt idx="130">
                  <c:v>FLP-ORD-0184</c:v>
                </c:pt>
                <c:pt idx="131">
                  <c:v>FLP-ORD-0188</c:v>
                </c:pt>
                <c:pt idx="132">
                  <c:v>FLP-ORD-0189</c:v>
                </c:pt>
                <c:pt idx="133">
                  <c:v>FLP-ORD-0190</c:v>
                </c:pt>
                <c:pt idx="134">
                  <c:v>FLP-ORD-0191</c:v>
                </c:pt>
                <c:pt idx="135">
                  <c:v>FLP-ORD-0192</c:v>
                </c:pt>
                <c:pt idx="136">
                  <c:v>FLP-ORD-0195</c:v>
                </c:pt>
                <c:pt idx="137">
                  <c:v>FLP-ORD-0196</c:v>
                </c:pt>
                <c:pt idx="138">
                  <c:v>FLP-ORD-0199</c:v>
                </c:pt>
                <c:pt idx="139">
                  <c:v>FLP-ORD-0201</c:v>
                </c:pt>
                <c:pt idx="140">
                  <c:v>FLP-ORD-0202</c:v>
                </c:pt>
                <c:pt idx="141">
                  <c:v>FLP-ORD-0203</c:v>
                </c:pt>
                <c:pt idx="142">
                  <c:v>FLP-ORD-0204</c:v>
                </c:pt>
                <c:pt idx="143">
                  <c:v>FLP-ORD-0205</c:v>
                </c:pt>
                <c:pt idx="144">
                  <c:v>FLP-ORD-0206</c:v>
                </c:pt>
                <c:pt idx="145">
                  <c:v>FLP-ORD-0207</c:v>
                </c:pt>
                <c:pt idx="146">
                  <c:v>FLP-ORD-0208</c:v>
                </c:pt>
                <c:pt idx="147">
                  <c:v>FLP-ORD-0209</c:v>
                </c:pt>
                <c:pt idx="148">
                  <c:v>FLP-ORD-0211</c:v>
                </c:pt>
                <c:pt idx="149">
                  <c:v>FLP-ORD-0212</c:v>
                </c:pt>
                <c:pt idx="150">
                  <c:v>FLP-ORD-0213</c:v>
                </c:pt>
                <c:pt idx="151">
                  <c:v>FLP-ORD-0214</c:v>
                </c:pt>
                <c:pt idx="152">
                  <c:v>FLP-ORD-0216</c:v>
                </c:pt>
                <c:pt idx="153">
                  <c:v>FLP-ORD-0217</c:v>
                </c:pt>
                <c:pt idx="154">
                  <c:v>FLP-ORD-0218</c:v>
                </c:pt>
                <c:pt idx="155">
                  <c:v>FLP-ORD-0219</c:v>
                </c:pt>
                <c:pt idx="156">
                  <c:v>FLP-ORD-0221</c:v>
                </c:pt>
                <c:pt idx="157">
                  <c:v>FLP-ORD-0222</c:v>
                </c:pt>
                <c:pt idx="158">
                  <c:v>FLP-ORD-0223</c:v>
                </c:pt>
                <c:pt idx="159">
                  <c:v>FLP-ORD-0225</c:v>
                </c:pt>
                <c:pt idx="160">
                  <c:v>FLP-ORD-0226</c:v>
                </c:pt>
                <c:pt idx="161">
                  <c:v>FLP-ORD-0227</c:v>
                </c:pt>
                <c:pt idx="162">
                  <c:v>FLP-ORD-0228</c:v>
                </c:pt>
                <c:pt idx="163">
                  <c:v>FLP-ORD-0229</c:v>
                </c:pt>
                <c:pt idx="164">
                  <c:v>FLP-ORD-0230</c:v>
                </c:pt>
                <c:pt idx="165">
                  <c:v>FLP-ORD-0231</c:v>
                </c:pt>
                <c:pt idx="166">
                  <c:v>FLP-ORD-0232</c:v>
                </c:pt>
                <c:pt idx="167">
                  <c:v>FLP-ORD-0233</c:v>
                </c:pt>
                <c:pt idx="168">
                  <c:v>FLP-ORD-0236</c:v>
                </c:pt>
                <c:pt idx="169">
                  <c:v>FLP-ORD-0237</c:v>
                </c:pt>
                <c:pt idx="170">
                  <c:v>FLP-ORD-0238</c:v>
                </c:pt>
                <c:pt idx="171">
                  <c:v>FLP-ORD-0239</c:v>
                </c:pt>
                <c:pt idx="172">
                  <c:v>FLP-ORD-0240</c:v>
                </c:pt>
                <c:pt idx="173">
                  <c:v>FLP-ORD-0242</c:v>
                </c:pt>
                <c:pt idx="174">
                  <c:v>FLP-ORD-0243</c:v>
                </c:pt>
                <c:pt idx="175">
                  <c:v>FLP-ORD-0244</c:v>
                </c:pt>
                <c:pt idx="176">
                  <c:v>FLP-ORD-0245</c:v>
                </c:pt>
                <c:pt idx="177">
                  <c:v>FLP-ORD-0246</c:v>
                </c:pt>
                <c:pt idx="178">
                  <c:v>FLP-ORD-0247</c:v>
                </c:pt>
                <c:pt idx="179">
                  <c:v>FLP-ORD-0248</c:v>
                </c:pt>
                <c:pt idx="180">
                  <c:v>FLP-ORD-0249</c:v>
                </c:pt>
                <c:pt idx="181">
                  <c:v>FLP-ORD-0251</c:v>
                </c:pt>
                <c:pt idx="182">
                  <c:v>FLP-ORD-0252</c:v>
                </c:pt>
                <c:pt idx="183">
                  <c:v>FLP-ORD-0253</c:v>
                </c:pt>
                <c:pt idx="184">
                  <c:v>FLP-ORD-0254</c:v>
                </c:pt>
                <c:pt idx="185">
                  <c:v>FLP-ORD-0255</c:v>
                </c:pt>
                <c:pt idx="186">
                  <c:v>FLP-ORD-0257</c:v>
                </c:pt>
                <c:pt idx="187">
                  <c:v>FLP-ORD-0258</c:v>
                </c:pt>
                <c:pt idx="188">
                  <c:v>FLP-ORD-0260</c:v>
                </c:pt>
                <c:pt idx="189">
                  <c:v>FLP-ORD-0261</c:v>
                </c:pt>
                <c:pt idx="190">
                  <c:v>FLP-ORD-0262</c:v>
                </c:pt>
                <c:pt idx="191">
                  <c:v>FLP-ORD-0263</c:v>
                </c:pt>
                <c:pt idx="192">
                  <c:v>FLP-ORD-0264</c:v>
                </c:pt>
                <c:pt idx="193">
                  <c:v>FLP-ORD-0267</c:v>
                </c:pt>
                <c:pt idx="194">
                  <c:v>FLP-ORD-0268</c:v>
                </c:pt>
                <c:pt idx="195">
                  <c:v>FLP-ORD-0269</c:v>
                </c:pt>
                <c:pt idx="196">
                  <c:v>FLP-ORD-0271</c:v>
                </c:pt>
                <c:pt idx="197">
                  <c:v>FLP-ORD-0274</c:v>
                </c:pt>
                <c:pt idx="198">
                  <c:v>FLP-ORD-0275</c:v>
                </c:pt>
                <c:pt idx="199">
                  <c:v>FLP-ORD-0276</c:v>
                </c:pt>
                <c:pt idx="200">
                  <c:v>FLP-ORD-0277</c:v>
                </c:pt>
                <c:pt idx="201">
                  <c:v>FLP-ORD-0278</c:v>
                </c:pt>
                <c:pt idx="202">
                  <c:v>FLP-ORD-0280</c:v>
                </c:pt>
                <c:pt idx="203">
                  <c:v>FLP-ORD-0282</c:v>
                </c:pt>
                <c:pt idx="204">
                  <c:v>FLP-ORD-0283</c:v>
                </c:pt>
                <c:pt idx="205">
                  <c:v>FLP-ORD-0284</c:v>
                </c:pt>
                <c:pt idx="206">
                  <c:v>FLP-ORD-0285</c:v>
                </c:pt>
                <c:pt idx="207">
                  <c:v>FLP-ORD-0286</c:v>
                </c:pt>
                <c:pt idx="208">
                  <c:v>FLP-ORD-0287</c:v>
                </c:pt>
                <c:pt idx="209">
                  <c:v>FLP-ORD-0288</c:v>
                </c:pt>
                <c:pt idx="210">
                  <c:v>FLP-ORD-0289</c:v>
                </c:pt>
                <c:pt idx="211">
                  <c:v>FLP-ORD-0291</c:v>
                </c:pt>
                <c:pt idx="212">
                  <c:v>FLP-ORD-0292</c:v>
                </c:pt>
                <c:pt idx="213">
                  <c:v>FLP-ORD-0294</c:v>
                </c:pt>
                <c:pt idx="214">
                  <c:v>FLP-ORD-0295</c:v>
                </c:pt>
                <c:pt idx="215">
                  <c:v>FLP-ORD-0297</c:v>
                </c:pt>
                <c:pt idx="216">
                  <c:v>FLP-ORD-0298</c:v>
                </c:pt>
                <c:pt idx="217">
                  <c:v>FLP-ORD-0300</c:v>
                </c:pt>
                <c:pt idx="218">
                  <c:v>FLP-ORD-0001</c:v>
                </c:pt>
                <c:pt idx="219">
                  <c:v>FLP-ORD-0006</c:v>
                </c:pt>
                <c:pt idx="220">
                  <c:v>FLP-ORD-0012</c:v>
                </c:pt>
                <c:pt idx="221">
                  <c:v>FLP-ORD-0023</c:v>
                </c:pt>
                <c:pt idx="222">
                  <c:v>FLP-ORD-0032</c:v>
                </c:pt>
                <c:pt idx="223">
                  <c:v>FLP-ORD-0035</c:v>
                </c:pt>
                <c:pt idx="224">
                  <c:v>FLP-ORD-0037</c:v>
                </c:pt>
                <c:pt idx="225">
                  <c:v>FLP-ORD-0040</c:v>
                </c:pt>
                <c:pt idx="226">
                  <c:v>FLP-ORD-0070</c:v>
                </c:pt>
                <c:pt idx="227">
                  <c:v>FLP-ORD-0071</c:v>
                </c:pt>
                <c:pt idx="228">
                  <c:v>FLP-ORD-0082</c:v>
                </c:pt>
                <c:pt idx="229">
                  <c:v>FLP-ORD-0084</c:v>
                </c:pt>
                <c:pt idx="230">
                  <c:v>FLP-ORD-0087</c:v>
                </c:pt>
                <c:pt idx="231">
                  <c:v>FLP-ORD-0105</c:v>
                </c:pt>
                <c:pt idx="232">
                  <c:v>FLP-ORD-0107</c:v>
                </c:pt>
                <c:pt idx="233">
                  <c:v>FLP-ORD-0114</c:v>
                </c:pt>
                <c:pt idx="234">
                  <c:v>FLP-ORD-0130</c:v>
                </c:pt>
                <c:pt idx="235">
                  <c:v>FLP-ORD-0134</c:v>
                </c:pt>
                <c:pt idx="236">
                  <c:v>FLP-ORD-0137</c:v>
                </c:pt>
                <c:pt idx="237">
                  <c:v>FLP-ORD-0143</c:v>
                </c:pt>
                <c:pt idx="238">
                  <c:v>FLP-ORD-0148</c:v>
                </c:pt>
                <c:pt idx="239">
                  <c:v>FLP-ORD-0162</c:v>
                </c:pt>
                <c:pt idx="240">
                  <c:v>FLP-ORD-0169</c:v>
                </c:pt>
                <c:pt idx="241">
                  <c:v>FLP-ORD-0171</c:v>
                </c:pt>
                <c:pt idx="242">
                  <c:v>FLP-ORD-0176</c:v>
                </c:pt>
                <c:pt idx="243">
                  <c:v>FLP-ORD-0181</c:v>
                </c:pt>
                <c:pt idx="244">
                  <c:v>FLP-ORD-0182</c:v>
                </c:pt>
                <c:pt idx="245">
                  <c:v>FLP-ORD-0183</c:v>
                </c:pt>
                <c:pt idx="246">
                  <c:v>FLP-ORD-0193</c:v>
                </c:pt>
                <c:pt idx="247">
                  <c:v>FLP-ORD-0197</c:v>
                </c:pt>
                <c:pt idx="248">
                  <c:v>FLP-ORD-0198</c:v>
                </c:pt>
                <c:pt idx="249">
                  <c:v>FLP-ORD-0200</c:v>
                </c:pt>
                <c:pt idx="250">
                  <c:v>FLP-ORD-0220</c:v>
                </c:pt>
                <c:pt idx="251">
                  <c:v>FLP-ORD-0224</c:v>
                </c:pt>
                <c:pt idx="252">
                  <c:v>FLP-ORD-0235</c:v>
                </c:pt>
                <c:pt idx="253">
                  <c:v>FLP-ORD-0241</c:v>
                </c:pt>
                <c:pt idx="254">
                  <c:v>FLP-ORD-0250</c:v>
                </c:pt>
                <c:pt idx="255">
                  <c:v>FLP-ORD-0270</c:v>
                </c:pt>
                <c:pt idx="256">
                  <c:v>FLP-ORD-0272</c:v>
                </c:pt>
                <c:pt idx="257">
                  <c:v>FLP-ORD-0279</c:v>
                </c:pt>
                <c:pt idx="258">
                  <c:v>FLP-ORD-0290</c:v>
                </c:pt>
                <c:pt idx="259">
                  <c:v>FLP-ORD-0293</c:v>
                </c:pt>
                <c:pt idx="260">
                  <c:v>FLP-ORD-0296</c:v>
                </c:pt>
                <c:pt idx="261">
                  <c:v>FLP-ORD-0021</c:v>
                </c:pt>
                <c:pt idx="262">
                  <c:v>FLP-ORD-0048</c:v>
                </c:pt>
                <c:pt idx="263">
                  <c:v>FLP-ORD-0055</c:v>
                </c:pt>
                <c:pt idx="264">
                  <c:v>FLP-ORD-0068</c:v>
                </c:pt>
                <c:pt idx="265">
                  <c:v>FLP-ORD-0069</c:v>
                </c:pt>
                <c:pt idx="266">
                  <c:v>FLP-ORD-0093</c:v>
                </c:pt>
                <c:pt idx="267">
                  <c:v>FLP-ORD-0101</c:v>
                </c:pt>
                <c:pt idx="268">
                  <c:v>FLP-ORD-0104</c:v>
                </c:pt>
                <c:pt idx="269">
                  <c:v>FLP-ORD-0106</c:v>
                </c:pt>
                <c:pt idx="270">
                  <c:v>FLP-ORD-0112</c:v>
                </c:pt>
                <c:pt idx="271">
                  <c:v>FLP-ORD-0140</c:v>
                </c:pt>
                <c:pt idx="272">
                  <c:v>FLP-ORD-0177</c:v>
                </c:pt>
                <c:pt idx="273">
                  <c:v>FLP-ORD-0178</c:v>
                </c:pt>
                <c:pt idx="274">
                  <c:v>FLP-ORD-0180</c:v>
                </c:pt>
                <c:pt idx="275">
                  <c:v>FLP-ORD-0185</c:v>
                </c:pt>
                <c:pt idx="276">
                  <c:v>FLP-ORD-0186</c:v>
                </c:pt>
                <c:pt idx="277">
                  <c:v>FLP-ORD-0187</c:v>
                </c:pt>
                <c:pt idx="278">
                  <c:v>FLP-ORD-0210</c:v>
                </c:pt>
                <c:pt idx="279">
                  <c:v>FLP-ORD-0234</c:v>
                </c:pt>
                <c:pt idx="280">
                  <c:v>FLP-ORD-0256</c:v>
                </c:pt>
                <c:pt idx="281">
                  <c:v>FLP-ORD-0259</c:v>
                </c:pt>
                <c:pt idx="282">
                  <c:v>FLP-ORD-0265</c:v>
                </c:pt>
                <c:pt idx="283">
                  <c:v>FLP-ORD-0266</c:v>
                </c:pt>
                <c:pt idx="284">
                  <c:v>FLP-ORD-0281</c:v>
                </c:pt>
                <c:pt idx="285">
                  <c:v>FLP-ORD-0010</c:v>
                </c:pt>
                <c:pt idx="286">
                  <c:v>FLP-ORD-0025</c:v>
                </c:pt>
                <c:pt idx="287">
                  <c:v>FLP-ORD-0077</c:v>
                </c:pt>
                <c:pt idx="288">
                  <c:v>FLP-ORD-0079</c:v>
                </c:pt>
                <c:pt idx="289">
                  <c:v>FLP-ORD-0092</c:v>
                </c:pt>
                <c:pt idx="290">
                  <c:v>FLP-ORD-0118</c:v>
                </c:pt>
                <c:pt idx="291">
                  <c:v>FLP-ORD-0121</c:v>
                </c:pt>
                <c:pt idx="292">
                  <c:v>FLP-ORD-0129</c:v>
                </c:pt>
                <c:pt idx="293">
                  <c:v>FLP-ORD-0165</c:v>
                </c:pt>
                <c:pt idx="294">
                  <c:v>FLP-ORD-0166</c:v>
                </c:pt>
                <c:pt idx="295">
                  <c:v>FLP-ORD-0179</c:v>
                </c:pt>
                <c:pt idx="296">
                  <c:v>FLP-ORD-0194</c:v>
                </c:pt>
                <c:pt idx="297">
                  <c:v>FLP-ORD-0215</c:v>
                </c:pt>
                <c:pt idx="298">
                  <c:v>FLP-ORD-0273</c:v>
                </c:pt>
                <c:pt idx="299">
                  <c:v>FLP-ORD-0299</c:v>
                </c:pt>
              </c:strCache>
            </c:strRef>
          </c:cat>
          <c:val>
            <c:numRef>
              <c:f>Sheet2!$B$2:$B$301</c:f>
              <c:numCache>
                <c:formatCode>General</c:formatCode>
                <c:ptCount val="3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2</c:v>
                </c:pt>
                <c:pt idx="262">
                  <c:v>2</c:v>
                </c:pt>
                <c:pt idx="263">
                  <c:v>2</c:v>
                </c:pt>
                <c:pt idx="264">
                  <c:v>2</c:v>
                </c:pt>
                <c:pt idx="265">
                  <c:v>2</c:v>
                </c:pt>
                <c:pt idx="266">
                  <c:v>2</c:v>
                </c:pt>
                <c:pt idx="267">
                  <c:v>2</c:v>
                </c:pt>
                <c:pt idx="268">
                  <c:v>2</c:v>
                </c:pt>
                <c:pt idx="269">
                  <c:v>2</c:v>
                </c:pt>
                <c:pt idx="270">
                  <c:v>2</c:v>
                </c:pt>
                <c:pt idx="271">
                  <c:v>2</c:v>
                </c:pt>
                <c:pt idx="272">
                  <c:v>2</c:v>
                </c:pt>
                <c:pt idx="273">
                  <c:v>2</c:v>
                </c:pt>
                <c:pt idx="274">
                  <c:v>2</c:v>
                </c:pt>
                <c:pt idx="275">
                  <c:v>2</c:v>
                </c:pt>
                <c:pt idx="276">
                  <c:v>2</c:v>
                </c:pt>
                <c:pt idx="277">
                  <c:v>2</c:v>
                </c:pt>
                <c:pt idx="278">
                  <c:v>2</c:v>
                </c:pt>
                <c:pt idx="279">
                  <c:v>2</c:v>
                </c:pt>
                <c:pt idx="280">
                  <c:v>2</c:v>
                </c:pt>
                <c:pt idx="281">
                  <c:v>2</c:v>
                </c:pt>
                <c:pt idx="282">
                  <c:v>2</c:v>
                </c:pt>
                <c:pt idx="283">
                  <c:v>2</c:v>
                </c:pt>
                <c:pt idx="284">
                  <c:v>2</c:v>
                </c:pt>
                <c:pt idx="285">
                  <c:v>3</c:v>
                </c:pt>
                <c:pt idx="286">
                  <c:v>3</c:v>
                </c:pt>
                <c:pt idx="287">
                  <c:v>3</c:v>
                </c:pt>
                <c:pt idx="288">
                  <c:v>3</c:v>
                </c:pt>
                <c:pt idx="289">
                  <c:v>3</c:v>
                </c:pt>
                <c:pt idx="290">
                  <c:v>3</c:v>
                </c:pt>
                <c:pt idx="291">
                  <c:v>3</c:v>
                </c:pt>
                <c:pt idx="292">
                  <c:v>3</c:v>
                </c:pt>
                <c:pt idx="293">
                  <c:v>3</c:v>
                </c:pt>
                <c:pt idx="294">
                  <c:v>3</c:v>
                </c:pt>
                <c:pt idx="295">
                  <c:v>3</c:v>
                </c:pt>
                <c:pt idx="296">
                  <c:v>3</c:v>
                </c:pt>
                <c:pt idx="297">
                  <c:v>3</c:v>
                </c:pt>
                <c:pt idx="298">
                  <c:v>3</c:v>
                </c:pt>
                <c:pt idx="299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1F7-49D2-8F53-2B5480677C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smooth val="0"/>
        <c:axId val="247887536"/>
        <c:axId val="247905296"/>
      </c:lineChart>
      <c:catAx>
        <c:axId val="247887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7905296"/>
        <c:crosses val="autoZero"/>
        <c:auto val="1"/>
        <c:lblAlgn val="ctr"/>
        <c:lblOffset val="100"/>
        <c:noMultiLvlLbl val="0"/>
      </c:catAx>
      <c:valAx>
        <c:axId val="2479052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78875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Sheet3!$B$1</c:f>
              <c:strCache>
                <c:ptCount val="1"/>
                <c:pt idx="0">
                  <c:v>AVG_DELAY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Sheet3!$A$2:$A$11</c:f>
              <c:strCache>
                <c:ptCount val="10"/>
                <c:pt idx="0">
                  <c:v>RT_13</c:v>
                </c:pt>
                <c:pt idx="1">
                  <c:v>RT_05</c:v>
                </c:pt>
                <c:pt idx="2">
                  <c:v>RT_14</c:v>
                </c:pt>
                <c:pt idx="3">
                  <c:v>RT_09</c:v>
                </c:pt>
                <c:pt idx="4">
                  <c:v>RT_02</c:v>
                </c:pt>
                <c:pt idx="5">
                  <c:v>RT_18</c:v>
                </c:pt>
                <c:pt idx="6">
                  <c:v>RT_01</c:v>
                </c:pt>
                <c:pt idx="7">
                  <c:v>RT_12</c:v>
                </c:pt>
                <c:pt idx="8">
                  <c:v>RT_06</c:v>
                </c:pt>
                <c:pt idx="9">
                  <c:v>RT_16</c:v>
                </c:pt>
              </c:strCache>
            </c:strRef>
          </c:cat>
          <c:val>
            <c:numRef>
              <c:f>Sheet3!$B$2:$B$11</c:f>
              <c:numCache>
                <c:formatCode>General</c:formatCode>
                <c:ptCount val="10"/>
                <c:pt idx="0">
                  <c:v>1.0909</c:v>
                </c:pt>
                <c:pt idx="1">
                  <c:v>0.65</c:v>
                </c:pt>
                <c:pt idx="2">
                  <c:v>0.64710000000000001</c:v>
                </c:pt>
                <c:pt idx="3">
                  <c:v>0.625</c:v>
                </c:pt>
                <c:pt idx="4">
                  <c:v>0.58819999999999995</c:v>
                </c:pt>
                <c:pt idx="5">
                  <c:v>0.57140000000000002</c:v>
                </c:pt>
                <c:pt idx="6">
                  <c:v>0.53849999999999998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6C-41BA-A69B-A9C77E8349E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47912016"/>
        <c:axId val="247912496"/>
      </c:barChart>
      <c:catAx>
        <c:axId val="247912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7912496"/>
        <c:crosses val="autoZero"/>
        <c:auto val="1"/>
        <c:lblAlgn val="ctr"/>
        <c:lblOffset val="100"/>
        <c:noMultiLvlLbl val="0"/>
      </c:catAx>
      <c:valAx>
        <c:axId val="247912496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47912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DELAY_PERCENTAGE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Sheet1!$A$2:$A$15</c:f>
              <c:strCache>
                <c:ptCount val="14"/>
                <c:pt idx="0">
                  <c:v>RT_14</c:v>
                </c:pt>
                <c:pt idx="1">
                  <c:v>RT_12</c:v>
                </c:pt>
                <c:pt idx="2">
                  <c:v>RT_10</c:v>
                </c:pt>
                <c:pt idx="3">
                  <c:v>RT_05</c:v>
                </c:pt>
                <c:pt idx="4">
                  <c:v>RT_17</c:v>
                </c:pt>
                <c:pt idx="5">
                  <c:v>RT_15</c:v>
                </c:pt>
                <c:pt idx="6">
                  <c:v>RT_13</c:v>
                </c:pt>
                <c:pt idx="7">
                  <c:v>RT_18</c:v>
                </c:pt>
                <c:pt idx="8">
                  <c:v>RT_06</c:v>
                </c:pt>
                <c:pt idx="9">
                  <c:v>RT_01</c:v>
                </c:pt>
                <c:pt idx="10">
                  <c:v>RT_09</c:v>
                </c:pt>
                <c:pt idx="11">
                  <c:v>RT_16</c:v>
                </c:pt>
                <c:pt idx="12">
                  <c:v>RT_07</c:v>
                </c:pt>
                <c:pt idx="13">
                  <c:v>RT_02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35.294119999999999</c:v>
                </c:pt>
                <c:pt idx="1">
                  <c:v>27.77778</c:v>
                </c:pt>
                <c:pt idx="2">
                  <c:v>21.052630000000001</c:v>
                </c:pt>
                <c:pt idx="3">
                  <c:v>40</c:v>
                </c:pt>
                <c:pt idx="4">
                  <c:v>33.333329999999997</c:v>
                </c:pt>
                <c:pt idx="5">
                  <c:v>23.529409999999999</c:v>
                </c:pt>
                <c:pt idx="6">
                  <c:v>54.545450000000002</c:v>
                </c:pt>
                <c:pt idx="7">
                  <c:v>28.571429999999999</c:v>
                </c:pt>
                <c:pt idx="8">
                  <c:v>33.333329999999997</c:v>
                </c:pt>
                <c:pt idx="9">
                  <c:v>30.76923</c:v>
                </c:pt>
                <c:pt idx="10">
                  <c:v>31.25</c:v>
                </c:pt>
                <c:pt idx="11">
                  <c:v>30</c:v>
                </c:pt>
                <c:pt idx="12">
                  <c:v>22.22222</c:v>
                </c:pt>
                <c:pt idx="13">
                  <c:v>29.411760000000001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EA-490F-8BF8-3A4DA78C94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2112956368"/>
        <c:axId val="2112954928"/>
      </c:barChart>
      <c:catAx>
        <c:axId val="21129563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2954928"/>
        <c:crosses val="autoZero"/>
        <c:auto val="1"/>
        <c:lblAlgn val="ctr"/>
        <c:lblOffset val="100"/>
        <c:noMultiLvlLbl val="0"/>
      </c:catAx>
      <c:valAx>
        <c:axId val="21129549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2956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22121169810812591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133610994534137"/>
          <c:y val="0.16685970730088376"/>
          <c:w val="0.68109663916469221"/>
          <c:h val="0.5036664338134927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TOTAL_SHIPMENTS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Sheet2!$A$2:$A$11</c:f>
              <c:strCache>
                <c:ptCount val="10"/>
                <c:pt idx="0">
                  <c:v>WH_07</c:v>
                </c:pt>
                <c:pt idx="1">
                  <c:v>WH_01</c:v>
                </c:pt>
                <c:pt idx="2">
                  <c:v>WH_04</c:v>
                </c:pt>
                <c:pt idx="3">
                  <c:v>WH_02</c:v>
                </c:pt>
                <c:pt idx="4">
                  <c:v>WH_09</c:v>
                </c:pt>
                <c:pt idx="5">
                  <c:v>WH_10</c:v>
                </c:pt>
                <c:pt idx="6">
                  <c:v>WH_08</c:v>
                </c:pt>
                <c:pt idx="7">
                  <c:v>WH_05</c:v>
                </c:pt>
                <c:pt idx="8">
                  <c:v>WH_06</c:v>
                </c:pt>
                <c:pt idx="9">
                  <c:v>WH_03</c:v>
                </c:pt>
              </c:strCache>
            </c:strRef>
          </c:cat>
          <c:val>
            <c:numRef>
              <c:f>Sheet2!$B$2:$B$11</c:f>
              <c:numCache>
                <c:formatCode>General</c:formatCode>
                <c:ptCount val="10"/>
                <c:pt idx="0">
                  <c:v>26</c:v>
                </c:pt>
                <c:pt idx="1">
                  <c:v>24</c:v>
                </c:pt>
                <c:pt idx="2">
                  <c:v>31</c:v>
                </c:pt>
                <c:pt idx="3">
                  <c:v>27</c:v>
                </c:pt>
                <c:pt idx="4">
                  <c:v>43</c:v>
                </c:pt>
                <c:pt idx="5">
                  <c:v>30</c:v>
                </c:pt>
                <c:pt idx="6">
                  <c:v>38</c:v>
                </c:pt>
                <c:pt idx="7">
                  <c:v>29</c:v>
                </c:pt>
                <c:pt idx="8">
                  <c:v>27</c:v>
                </c:pt>
                <c:pt idx="9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43-4105-A26A-5BC9291ADB6D}"/>
            </c:ext>
          </c:extLst>
        </c:ser>
        <c:ser>
          <c:idx val="1"/>
          <c:order val="1"/>
          <c:tx>
            <c:strRef>
              <c:f>Sheet2!$C$1</c:f>
              <c:strCache>
                <c:ptCount val="1"/>
                <c:pt idx="0">
                  <c:v>DELAYED_SHIPMENTS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Sheet2!$A$2:$A$11</c:f>
              <c:strCache>
                <c:ptCount val="10"/>
                <c:pt idx="0">
                  <c:v>WH_07</c:v>
                </c:pt>
                <c:pt idx="1">
                  <c:v>WH_01</c:v>
                </c:pt>
                <c:pt idx="2">
                  <c:v>WH_04</c:v>
                </c:pt>
                <c:pt idx="3">
                  <c:v>WH_02</c:v>
                </c:pt>
                <c:pt idx="4">
                  <c:v>WH_09</c:v>
                </c:pt>
                <c:pt idx="5">
                  <c:v>WH_10</c:v>
                </c:pt>
                <c:pt idx="6">
                  <c:v>WH_08</c:v>
                </c:pt>
                <c:pt idx="7">
                  <c:v>WH_05</c:v>
                </c:pt>
                <c:pt idx="8">
                  <c:v>WH_06</c:v>
                </c:pt>
                <c:pt idx="9">
                  <c:v>WH_03</c:v>
                </c:pt>
              </c:strCache>
            </c:strRef>
          </c:cat>
          <c:val>
            <c:numRef>
              <c:f>Sheet2!$C$2:$C$11</c:f>
              <c:numCache>
                <c:formatCode>General</c:formatCode>
                <c:ptCount val="10"/>
                <c:pt idx="0">
                  <c:v>8</c:v>
                </c:pt>
                <c:pt idx="1">
                  <c:v>6</c:v>
                </c:pt>
                <c:pt idx="2">
                  <c:v>8</c:v>
                </c:pt>
                <c:pt idx="3">
                  <c:v>9</c:v>
                </c:pt>
                <c:pt idx="4">
                  <c:v>7</c:v>
                </c:pt>
                <c:pt idx="5">
                  <c:v>11</c:v>
                </c:pt>
                <c:pt idx="6">
                  <c:v>10</c:v>
                </c:pt>
                <c:pt idx="7">
                  <c:v>8</c:v>
                </c:pt>
                <c:pt idx="8">
                  <c:v>6</c:v>
                </c:pt>
                <c:pt idx="9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43-4105-A26A-5BC9291ADB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3505520"/>
        <c:axId val="203508400"/>
      </c:barChart>
      <c:catAx>
        <c:axId val="203505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508400"/>
        <c:crosses val="autoZero"/>
        <c:auto val="1"/>
        <c:lblAlgn val="ctr"/>
        <c:lblOffset val="100"/>
        <c:noMultiLvlLbl val="0"/>
      </c:catAx>
      <c:valAx>
        <c:axId val="203508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5055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Sheet3!$B$1</c:f>
              <c:strCache>
                <c:ptCount val="1"/>
                <c:pt idx="0">
                  <c:v>ONTIME_PERCENTAGE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784-4D08-955E-D5C5B23C9BF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784-4D08-955E-D5C5B23C9BF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E784-4D08-955E-D5C5B23C9BF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E784-4D08-955E-D5C5B23C9BF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E784-4D08-955E-D5C5B23C9BF7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E784-4D08-955E-D5C5B23C9BF7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E784-4D08-955E-D5C5B23C9BF7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E784-4D08-955E-D5C5B23C9BF7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1-E784-4D08-955E-D5C5B23C9BF7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3-E784-4D08-955E-D5C5B23C9BF7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Sheet3!$A$2:$A$11</c:f>
              <c:strCache>
                <c:ptCount val="10"/>
                <c:pt idx="0">
                  <c:v>WH_09</c:v>
                </c:pt>
                <c:pt idx="1">
                  <c:v>WH_06</c:v>
                </c:pt>
                <c:pt idx="2">
                  <c:v>WH_01</c:v>
                </c:pt>
                <c:pt idx="3">
                  <c:v>WH_04</c:v>
                </c:pt>
                <c:pt idx="4">
                  <c:v>WH_08</c:v>
                </c:pt>
                <c:pt idx="5">
                  <c:v>WH_05</c:v>
                </c:pt>
                <c:pt idx="6">
                  <c:v>WH_07</c:v>
                </c:pt>
                <c:pt idx="7">
                  <c:v>WH_02</c:v>
                </c:pt>
                <c:pt idx="8">
                  <c:v>WH_03</c:v>
                </c:pt>
                <c:pt idx="9">
                  <c:v>WH_10</c:v>
                </c:pt>
              </c:strCache>
            </c:strRef>
          </c:cat>
          <c:val>
            <c:numRef>
              <c:f>Sheet3!$B$2:$B$11</c:f>
              <c:numCache>
                <c:formatCode>General</c:formatCode>
                <c:ptCount val="10"/>
                <c:pt idx="0">
                  <c:v>83.72</c:v>
                </c:pt>
                <c:pt idx="1">
                  <c:v>77.78</c:v>
                </c:pt>
                <c:pt idx="2">
                  <c:v>75</c:v>
                </c:pt>
                <c:pt idx="3">
                  <c:v>74.19</c:v>
                </c:pt>
                <c:pt idx="4">
                  <c:v>73.680000000000007</c:v>
                </c:pt>
                <c:pt idx="5">
                  <c:v>72.41</c:v>
                </c:pt>
                <c:pt idx="6">
                  <c:v>69.23</c:v>
                </c:pt>
                <c:pt idx="7">
                  <c:v>66.67</c:v>
                </c:pt>
                <c:pt idx="8">
                  <c:v>64</c:v>
                </c:pt>
                <c:pt idx="9">
                  <c:v>63.33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E784-4D08-955E-D5C5B23C9BF7}"/>
            </c:ext>
          </c:extLst>
        </c:ser>
        <c:ser>
          <c:idx val="1"/>
          <c:order val="1"/>
          <c:tx>
            <c:strRef>
              <c:f>Sheet3!$C$1</c:f>
              <c:strCache>
                <c:ptCount val="1"/>
                <c:pt idx="0">
                  <c:v>WAREHOUSE_RANK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6-E784-4D08-955E-D5C5B23C9BF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8-E784-4D08-955E-D5C5B23C9BF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A-E784-4D08-955E-D5C5B23C9BF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C-E784-4D08-955E-D5C5B23C9BF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E-E784-4D08-955E-D5C5B23C9BF7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0-E784-4D08-955E-D5C5B23C9BF7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2-E784-4D08-955E-D5C5B23C9BF7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4-E784-4D08-955E-D5C5B23C9BF7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6-E784-4D08-955E-D5C5B23C9BF7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8-E784-4D08-955E-D5C5B23C9BF7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Sheet3!$A$2:$A$11</c:f>
              <c:strCache>
                <c:ptCount val="10"/>
                <c:pt idx="0">
                  <c:v>WH_09</c:v>
                </c:pt>
                <c:pt idx="1">
                  <c:v>WH_06</c:v>
                </c:pt>
                <c:pt idx="2">
                  <c:v>WH_01</c:v>
                </c:pt>
                <c:pt idx="3">
                  <c:v>WH_04</c:v>
                </c:pt>
                <c:pt idx="4">
                  <c:v>WH_08</c:v>
                </c:pt>
                <c:pt idx="5">
                  <c:v>WH_05</c:v>
                </c:pt>
                <c:pt idx="6">
                  <c:v>WH_07</c:v>
                </c:pt>
                <c:pt idx="7">
                  <c:v>WH_02</c:v>
                </c:pt>
                <c:pt idx="8">
                  <c:v>WH_03</c:v>
                </c:pt>
                <c:pt idx="9">
                  <c:v>WH_10</c:v>
                </c:pt>
              </c:strCache>
            </c:strRef>
          </c:cat>
          <c:val>
            <c:numRef>
              <c:f>Sheet3!$C$2:$C$11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9-E784-4D08-955E-D5C5B23C9BF7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Sheet4!$C$1</c:f>
              <c:strCache>
                <c:ptCount val="1"/>
                <c:pt idx="0">
                  <c:v>ONTIME_PERCENTAGE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Sheet4!$A$2:$B$260</c:f>
              <c:multiLvlStrCache>
                <c:ptCount val="259"/>
                <c:lvl>
                  <c:pt idx="0">
                    <c:v>RT_01</c:v>
                  </c:pt>
                  <c:pt idx="1">
                    <c:v>RT_01</c:v>
                  </c:pt>
                  <c:pt idx="2">
                    <c:v>RT_01</c:v>
                  </c:pt>
                  <c:pt idx="3">
                    <c:v>RT_01</c:v>
                  </c:pt>
                  <c:pt idx="4">
                    <c:v>RT_01</c:v>
                  </c:pt>
                  <c:pt idx="5">
                    <c:v>RT_01</c:v>
                  </c:pt>
                  <c:pt idx="6">
                    <c:v>RT_01</c:v>
                  </c:pt>
                  <c:pt idx="7">
                    <c:v>RT_01</c:v>
                  </c:pt>
                  <c:pt idx="8">
                    <c:v>RT_01</c:v>
                  </c:pt>
                  <c:pt idx="9">
                    <c:v>RT_02</c:v>
                  </c:pt>
                  <c:pt idx="10">
                    <c:v>RT_02</c:v>
                  </c:pt>
                  <c:pt idx="11">
                    <c:v>RT_02</c:v>
                  </c:pt>
                  <c:pt idx="12">
                    <c:v>RT_02</c:v>
                  </c:pt>
                  <c:pt idx="13">
                    <c:v>RT_02</c:v>
                  </c:pt>
                  <c:pt idx="14">
                    <c:v>RT_02</c:v>
                  </c:pt>
                  <c:pt idx="15">
                    <c:v>RT_02</c:v>
                  </c:pt>
                  <c:pt idx="16">
                    <c:v>RT_02</c:v>
                  </c:pt>
                  <c:pt idx="17">
                    <c:v>RT_03</c:v>
                  </c:pt>
                  <c:pt idx="18">
                    <c:v>RT_03</c:v>
                  </c:pt>
                  <c:pt idx="19">
                    <c:v>RT_03</c:v>
                  </c:pt>
                  <c:pt idx="20">
                    <c:v>RT_03</c:v>
                  </c:pt>
                  <c:pt idx="21">
                    <c:v>RT_03</c:v>
                  </c:pt>
                  <c:pt idx="22">
                    <c:v>RT_03</c:v>
                  </c:pt>
                  <c:pt idx="23">
                    <c:v>RT_03</c:v>
                  </c:pt>
                  <c:pt idx="24">
                    <c:v>RT_03</c:v>
                  </c:pt>
                  <c:pt idx="25">
                    <c:v>RT_03</c:v>
                  </c:pt>
                  <c:pt idx="26">
                    <c:v>RT_03</c:v>
                  </c:pt>
                  <c:pt idx="27">
                    <c:v>RT_03</c:v>
                  </c:pt>
                  <c:pt idx="28">
                    <c:v>RT_03</c:v>
                  </c:pt>
                  <c:pt idx="29">
                    <c:v>RT_03</c:v>
                  </c:pt>
                  <c:pt idx="30">
                    <c:v>RT_04</c:v>
                  </c:pt>
                  <c:pt idx="31">
                    <c:v>RT_04</c:v>
                  </c:pt>
                  <c:pt idx="32">
                    <c:v>RT_04</c:v>
                  </c:pt>
                  <c:pt idx="33">
                    <c:v>RT_04</c:v>
                  </c:pt>
                  <c:pt idx="34">
                    <c:v>RT_04</c:v>
                  </c:pt>
                  <c:pt idx="35">
                    <c:v>RT_04</c:v>
                  </c:pt>
                  <c:pt idx="36">
                    <c:v>RT_04</c:v>
                  </c:pt>
                  <c:pt idx="37">
                    <c:v>RT_04</c:v>
                  </c:pt>
                  <c:pt idx="38">
                    <c:v>RT_04</c:v>
                  </c:pt>
                  <c:pt idx="39">
                    <c:v>RT_04</c:v>
                  </c:pt>
                  <c:pt idx="40">
                    <c:v>RT_04</c:v>
                  </c:pt>
                  <c:pt idx="41">
                    <c:v>RT_04</c:v>
                  </c:pt>
                  <c:pt idx="42">
                    <c:v>RT_05</c:v>
                  </c:pt>
                  <c:pt idx="43">
                    <c:v>RT_05</c:v>
                  </c:pt>
                  <c:pt idx="44">
                    <c:v>RT_05</c:v>
                  </c:pt>
                  <c:pt idx="45">
                    <c:v>RT_05</c:v>
                  </c:pt>
                  <c:pt idx="46">
                    <c:v>RT_05</c:v>
                  </c:pt>
                  <c:pt idx="47">
                    <c:v>RT_05</c:v>
                  </c:pt>
                  <c:pt idx="48">
                    <c:v>RT_05</c:v>
                  </c:pt>
                  <c:pt idx="49">
                    <c:v>RT_05</c:v>
                  </c:pt>
                  <c:pt idx="50">
                    <c:v>RT_05</c:v>
                  </c:pt>
                  <c:pt idx="51">
                    <c:v>RT_05</c:v>
                  </c:pt>
                  <c:pt idx="52">
                    <c:v>RT_05</c:v>
                  </c:pt>
                  <c:pt idx="53">
                    <c:v>RT_05</c:v>
                  </c:pt>
                  <c:pt idx="54">
                    <c:v>RT_06</c:v>
                  </c:pt>
                  <c:pt idx="55">
                    <c:v>RT_06</c:v>
                  </c:pt>
                  <c:pt idx="56">
                    <c:v>RT_06</c:v>
                  </c:pt>
                  <c:pt idx="57">
                    <c:v>RT_06</c:v>
                  </c:pt>
                  <c:pt idx="58">
                    <c:v>RT_06</c:v>
                  </c:pt>
                  <c:pt idx="59">
                    <c:v>RT_06</c:v>
                  </c:pt>
                  <c:pt idx="60">
                    <c:v>RT_07</c:v>
                  </c:pt>
                  <c:pt idx="61">
                    <c:v>RT_07</c:v>
                  </c:pt>
                  <c:pt idx="62">
                    <c:v>RT_07</c:v>
                  </c:pt>
                  <c:pt idx="63">
                    <c:v>RT_07</c:v>
                  </c:pt>
                  <c:pt idx="64">
                    <c:v>RT_07</c:v>
                  </c:pt>
                  <c:pt idx="65">
                    <c:v>RT_07</c:v>
                  </c:pt>
                  <c:pt idx="66">
                    <c:v>RT_07</c:v>
                  </c:pt>
                  <c:pt idx="67">
                    <c:v>RT_08</c:v>
                  </c:pt>
                  <c:pt idx="68">
                    <c:v>RT_08</c:v>
                  </c:pt>
                  <c:pt idx="69">
                    <c:v>RT_08</c:v>
                  </c:pt>
                  <c:pt idx="70">
                    <c:v>RT_08</c:v>
                  </c:pt>
                  <c:pt idx="71">
                    <c:v>RT_08</c:v>
                  </c:pt>
                  <c:pt idx="72">
                    <c:v>RT_08</c:v>
                  </c:pt>
                  <c:pt idx="73">
                    <c:v>RT_08</c:v>
                  </c:pt>
                  <c:pt idx="74">
                    <c:v>RT_08</c:v>
                  </c:pt>
                  <c:pt idx="75">
                    <c:v>RT_08</c:v>
                  </c:pt>
                  <c:pt idx="76">
                    <c:v>RT_08</c:v>
                  </c:pt>
                  <c:pt idx="77">
                    <c:v>RT_08</c:v>
                  </c:pt>
                  <c:pt idx="78">
                    <c:v>RT_08</c:v>
                  </c:pt>
                  <c:pt idx="79">
                    <c:v>RT_09</c:v>
                  </c:pt>
                  <c:pt idx="80">
                    <c:v>RT_09</c:v>
                  </c:pt>
                  <c:pt idx="81">
                    <c:v>RT_09</c:v>
                  </c:pt>
                  <c:pt idx="82">
                    <c:v>RT_09</c:v>
                  </c:pt>
                  <c:pt idx="83">
                    <c:v>RT_09</c:v>
                  </c:pt>
                  <c:pt idx="84">
                    <c:v>RT_09</c:v>
                  </c:pt>
                  <c:pt idx="85">
                    <c:v>RT_09</c:v>
                  </c:pt>
                  <c:pt idx="86">
                    <c:v>RT_09</c:v>
                  </c:pt>
                  <c:pt idx="87">
                    <c:v>RT_09</c:v>
                  </c:pt>
                  <c:pt idx="88">
                    <c:v>RT_10</c:v>
                  </c:pt>
                  <c:pt idx="89">
                    <c:v>RT_10</c:v>
                  </c:pt>
                  <c:pt idx="90">
                    <c:v>RT_10</c:v>
                  </c:pt>
                  <c:pt idx="91">
                    <c:v>RT_10</c:v>
                  </c:pt>
                  <c:pt idx="92">
                    <c:v>RT_10</c:v>
                  </c:pt>
                  <c:pt idx="93">
                    <c:v>RT_10</c:v>
                  </c:pt>
                  <c:pt idx="94">
                    <c:v>RT_10</c:v>
                  </c:pt>
                  <c:pt idx="95">
                    <c:v>RT_10</c:v>
                  </c:pt>
                  <c:pt idx="96">
                    <c:v>RT_11</c:v>
                  </c:pt>
                  <c:pt idx="97">
                    <c:v>RT_11</c:v>
                  </c:pt>
                  <c:pt idx="98">
                    <c:v>RT_11</c:v>
                  </c:pt>
                  <c:pt idx="99">
                    <c:v>RT_11</c:v>
                  </c:pt>
                  <c:pt idx="100">
                    <c:v>RT_11</c:v>
                  </c:pt>
                  <c:pt idx="101">
                    <c:v>RT_11</c:v>
                  </c:pt>
                  <c:pt idx="102">
                    <c:v>RT_11</c:v>
                  </c:pt>
                  <c:pt idx="103">
                    <c:v>RT_11</c:v>
                  </c:pt>
                  <c:pt idx="104">
                    <c:v>RT_11</c:v>
                  </c:pt>
                  <c:pt idx="105">
                    <c:v>RT_12</c:v>
                  </c:pt>
                  <c:pt idx="106">
                    <c:v>RT_12</c:v>
                  </c:pt>
                  <c:pt idx="107">
                    <c:v>RT_12</c:v>
                  </c:pt>
                  <c:pt idx="108">
                    <c:v>RT_12</c:v>
                  </c:pt>
                  <c:pt idx="109">
                    <c:v>RT_12</c:v>
                  </c:pt>
                  <c:pt idx="110">
                    <c:v>RT_12</c:v>
                  </c:pt>
                  <c:pt idx="111">
                    <c:v>RT_12</c:v>
                  </c:pt>
                  <c:pt idx="112">
                    <c:v>RT_12</c:v>
                  </c:pt>
                  <c:pt idx="113">
                    <c:v>RT_12</c:v>
                  </c:pt>
                  <c:pt idx="114">
                    <c:v>RT_13</c:v>
                  </c:pt>
                  <c:pt idx="115">
                    <c:v>RT_13</c:v>
                  </c:pt>
                  <c:pt idx="116">
                    <c:v>RT_13</c:v>
                  </c:pt>
                  <c:pt idx="117">
                    <c:v>RT_14</c:v>
                  </c:pt>
                  <c:pt idx="118">
                    <c:v>RT_14</c:v>
                  </c:pt>
                  <c:pt idx="119">
                    <c:v>RT_14</c:v>
                  </c:pt>
                  <c:pt idx="120">
                    <c:v>RT_14</c:v>
                  </c:pt>
                  <c:pt idx="121">
                    <c:v>RT_14</c:v>
                  </c:pt>
                  <c:pt idx="122">
                    <c:v>RT_14</c:v>
                  </c:pt>
                  <c:pt idx="123">
                    <c:v>RT_14</c:v>
                  </c:pt>
                  <c:pt idx="124">
                    <c:v>RT_14</c:v>
                  </c:pt>
                  <c:pt idx="125">
                    <c:v>RT_14</c:v>
                  </c:pt>
                  <c:pt idx="126">
                    <c:v>RT_15</c:v>
                  </c:pt>
                  <c:pt idx="127">
                    <c:v>RT_15</c:v>
                  </c:pt>
                  <c:pt idx="128">
                    <c:v>RT_15</c:v>
                  </c:pt>
                  <c:pt idx="129">
                    <c:v>RT_15</c:v>
                  </c:pt>
                  <c:pt idx="130">
                    <c:v>RT_15</c:v>
                  </c:pt>
                  <c:pt idx="131">
                    <c:v>RT_15</c:v>
                  </c:pt>
                  <c:pt idx="132">
                    <c:v>RT_15</c:v>
                  </c:pt>
                  <c:pt idx="133">
                    <c:v>RT_15</c:v>
                  </c:pt>
                  <c:pt idx="134">
                    <c:v>RT_15</c:v>
                  </c:pt>
                  <c:pt idx="135">
                    <c:v>RT_15</c:v>
                  </c:pt>
                  <c:pt idx="136">
                    <c:v>RT_15</c:v>
                  </c:pt>
                  <c:pt idx="137">
                    <c:v>RT_15</c:v>
                  </c:pt>
                  <c:pt idx="138">
                    <c:v>RT_15</c:v>
                  </c:pt>
                  <c:pt idx="139">
                    <c:v>RT_16</c:v>
                  </c:pt>
                  <c:pt idx="140">
                    <c:v>RT_16</c:v>
                  </c:pt>
                  <c:pt idx="141">
                    <c:v>RT_16</c:v>
                  </c:pt>
                  <c:pt idx="142">
                    <c:v>RT_16</c:v>
                  </c:pt>
                  <c:pt idx="143">
                    <c:v>RT_16</c:v>
                  </c:pt>
                  <c:pt idx="144">
                    <c:v>RT_16</c:v>
                  </c:pt>
                  <c:pt idx="145">
                    <c:v>RT_17</c:v>
                  </c:pt>
                  <c:pt idx="146">
                    <c:v>RT_17</c:v>
                  </c:pt>
                  <c:pt idx="147">
                    <c:v>RT_17</c:v>
                  </c:pt>
                  <c:pt idx="148">
                    <c:v>RT_17</c:v>
                  </c:pt>
                  <c:pt idx="149">
                    <c:v>RT_17</c:v>
                  </c:pt>
                  <c:pt idx="150">
                    <c:v>RT_17</c:v>
                  </c:pt>
                  <c:pt idx="151">
                    <c:v>RT_18</c:v>
                  </c:pt>
                  <c:pt idx="152">
                    <c:v>RT_18</c:v>
                  </c:pt>
                  <c:pt idx="153">
                    <c:v>RT_18</c:v>
                  </c:pt>
                  <c:pt idx="154">
                    <c:v>RT_18</c:v>
                  </c:pt>
                  <c:pt idx="155">
                    <c:v>RT_18</c:v>
                  </c:pt>
                  <c:pt idx="156">
                    <c:v>RT_18</c:v>
                  </c:pt>
                  <c:pt idx="157">
                    <c:v>RT_18</c:v>
                  </c:pt>
                  <c:pt idx="158">
                    <c:v>RT_19</c:v>
                  </c:pt>
                  <c:pt idx="159">
                    <c:v>RT_19</c:v>
                  </c:pt>
                  <c:pt idx="160">
                    <c:v>RT_19</c:v>
                  </c:pt>
                  <c:pt idx="161">
                    <c:v>RT_19</c:v>
                  </c:pt>
                  <c:pt idx="162">
                    <c:v>RT_19</c:v>
                  </c:pt>
                  <c:pt idx="163">
                    <c:v>RT_19</c:v>
                  </c:pt>
                  <c:pt idx="164">
                    <c:v>RT_19</c:v>
                  </c:pt>
                  <c:pt idx="165">
                    <c:v>RT_19</c:v>
                  </c:pt>
                  <c:pt idx="166">
                    <c:v>RT_19</c:v>
                  </c:pt>
                  <c:pt idx="167">
                    <c:v>RT_19</c:v>
                  </c:pt>
                  <c:pt idx="168">
                    <c:v>RT_19</c:v>
                  </c:pt>
                  <c:pt idx="169">
                    <c:v>RT_19</c:v>
                  </c:pt>
                  <c:pt idx="170">
                    <c:v>RT_20</c:v>
                  </c:pt>
                  <c:pt idx="171">
                    <c:v>RT_20</c:v>
                  </c:pt>
                  <c:pt idx="172">
                    <c:v>RT_20</c:v>
                  </c:pt>
                  <c:pt idx="173">
                    <c:v>RT_20</c:v>
                  </c:pt>
                  <c:pt idx="174">
                    <c:v>RT_20</c:v>
                  </c:pt>
                  <c:pt idx="175">
                    <c:v>RT_20</c:v>
                  </c:pt>
                  <c:pt idx="176">
                    <c:v>RT_20</c:v>
                  </c:pt>
                  <c:pt idx="177">
                    <c:v>RT_20</c:v>
                  </c:pt>
                  <c:pt idx="178">
                    <c:v>RT_13</c:v>
                  </c:pt>
                  <c:pt idx="179">
                    <c:v>RT_13</c:v>
                  </c:pt>
                  <c:pt idx="180">
                    <c:v>RT_13</c:v>
                  </c:pt>
                  <c:pt idx="181">
                    <c:v>RT_13</c:v>
                  </c:pt>
                  <c:pt idx="182">
                    <c:v>RT_13</c:v>
                  </c:pt>
                  <c:pt idx="183">
                    <c:v>RT_13</c:v>
                  </c:pt>
                  <c:pt idx="184">
                    <c:v>RT_06</c:v>
                  </c:pt>
                  <c:pt idx="185">
                    <c:v>RT_16</c:v>
                  </c:pt>
                  <c:pt idx="186">
                    <c:v>RT_17</c:v>
                  </c:pt>
                  <c:pt idx="187">
                    <c:v>RT_17</c:v>
                  </c:pt>
                  <c:pt idx="188">
                    <c:v>RT_17</c:v>
                  </c:pt>
                  <c:pt idx="189">
                    <c:v>RT_06</c:v>
                  </c:pt>
                  <c:pt idx="190">
                    <c:v>RT_06</c:v>
                  </c:pt>
                  <c:pt idx="191">
                    <c:v>RT_06</c:v>
                  </c:pt>
                  <c:pt idx="192">
                    <c:v>RT_07</c:v>
                  </c:pt>
                  <c:pt idx="193">
                    <c:v>RT_07</c:v>
                  </c:pt>
                  <c:pt idx="194">
                    <c:v>RT_16</c:v>
                  </c:pt>
                  <c:pt idx="195">
                    <c:v>RT_16</c:v>
                  </c:pt>
                  <c:pt idx="196">
                    <c:v>RT_18</c:v>
                  </c:pt>
                  <c:pt idx="197">
                    <c:v>RT_02</c:v>
                  </c:pt>
                  <c:pt idx="198">
                    <c:v>RT_10</c:v>
                  </c:pt>
                  <c:pt idx="199">
                    <c:v>RT_10</c:v>
                  </c:pt>
                  <c:pt idx="200">
                    <c:v>RT_18</c:v>
                  </c:pt>
                  <c:pt idx="201">
                    <c:v>RT_18</c:v>
                  </c:pt>
                  <c:pt idx="202">
                    <c:v>RT_18</c:v>
                  </c:pt>
                  <c:pt idx="203">
                    <c:v>RT_20</c:v>
                  </c:pt>
                  <c:pt idx="204">
                    <c:v>RT_20</c:v>
                  </c:pt>
                  <c:pt idx="205">
                    <c:v>RT_01</c:v>
                  </c:pt>
                  <c:pt idx="206">
                    <c:v>RT_01</c:v>
                  </c:pt>
                  <c:pt idx="207">
                    <c:v>RT_01</c:v>
                  </c:pt>
                  <c:pt idx="208">
                    <c:v>RT_01</c:v>
                  </c:pt>
                  <c:pt idx="209">
                    <c:v>RT_02</c:v>
                  </c:pt>
                  <c:pt idx="210">
                    <c:v>RT_09</c:v>
                  </c:pt>
                  <c:pt idx="211">
                    <c:v>RT_11</c:v>
                  </c:pt>
                  <c:pt idx="212">
                    <c:v>RT_11</c:v>
                  </c:pt>
                  <c:pt idx="213">
                    <c:v>RT_11</c:v>
                  </c:pt>
                  <c:pt idx="214">
                    <c:v>RT_12</c:v>
                  </c:pt>
                  <c:pt idx="215">
                    <c:v>RT_14</c:v>
                  </c:pt>
                  <c:pt idx="216">
                    <c:v>RT_14</c:v>
                  </c:pt>
                  <c:pt idx="217">
                    <c:v>RT_17</c:v>
                  </c:pt>
                  <c:pt idx="218">
                    <c:v>RT_17</c:v>
                  </c:pt>
                  <c:pt idx="219">
                    <c:v>RT_02</c:v>
                  </c:pt>
                  <c:pt idx="220">
                    <c:v>RT_02</c:v>
                  </c:pt>
                  <c:pt idx="221">
                    <c:v>RT_02</c:v>
                  </c:pt>
                  <c:pt idx="222">
                    <c:v>RT_09</c:v>
                  </c:pt>
                  <c:pt idx="223">
                    <c:v>RT_09</c:v>
                  </c:pt>
                  <c:pt idx="224">
                    <c:v>RT_09</c:v>
                  </c:pt>
                  <c:pt idx="225">
                    <c:v>RT_09</c:v>
                  </c:pt>
                  <c:pt idx="226">
                    <c:v>RT_10</c:v>
                  </c:pt>
                  <c:pt idx="227">
                    <c:v>RT_10</c:v>
                  </c:pt>
                  <c:pt idx="228">
                    <c:v>RT_12</c:v>
                  </c:pt>
                  <c:pt idx="229">
                    <c:v>RT_12</c:v>
                  </c:pt>
                  <c:pt idx="230">
                    <c:v>RT_12</c:v>
                  </c:pt>
                  <c:pt idx="231">
                    <c:v>RT_12</c:v>
                  </c:pt>
                  <c:pt idx="232">
                    <c:v>RT_14</c:v>
                  </c:pt>
                  <c:pt idx="233">
                    <c:v>RT_14</c:v>
                  </c:pt>
                  <c:pt idx="234">
                    <c:v>RT_14</c:v>
                  </c:pt>
                  <c:pt idx="235">
                    <c:v>RT_14</c:v>
                  </c:pt>
                  <c:pt idx="236">
                    <c:v>RT_04</c:v>
                  </c:pt>
                  <c:pt idx="237">
                    <c:v>RT_04</c:v>
                  </c:pt>
                  <c:pt idx="238">
                    <c:v>RT_04</c:v>
                  </c:pt>
                  <c:pt idx="239">
                    <c:v>RT_05</c:v>
                  </c:pt>
                  <c:pt idx="240">
                    <c:v>RT_05</c:v>
                  </c:pt>
                  <c:pt idx="241">
                    <c:v>RT_05</c:v>
                  </c:pt>
                  <c:pt idx="242">
                    <c:v>RT_05</c:v>
                  </c:pt>
                  <c:pt idx="243">
                    <c:v>RT_05</c:v>
                  </c:pt>
                  <c:pt idx="244">
                    <c:v>RT_05</c:v>
                  </c:pt>
                  <c:pt idx="245">
                    <c:v>RT_05</c:v>
                  </c:pt>
                  <c:pt idx="246">
                    <c:v>RT_05</c:v>
                  </c:pt>
                  <c:pt idx="247">
                    <c:v>RT_08</c:v>
                  </c:pt>
                  <c:pt idx="248">
                    <c:v>RT_19</c:v>
                  </c:pt>
                  <c:pt idx="249">
                    <c:v>RT_19</c:v>
                  </c:pt>
                  <c:pt idx="250">
                    <c:v>RT_19</c:v>
                  </c:pt>
                  <c:pt idx="251">
                    <c:v>RT_03</c:v>
                  </c:pt>
                  <c:pt idx="252">
                    <c:v>RT_03</c:v>
                  </c:pt>
                  <c:pt idx="253">
                    <c:v>RT_08</c:v>
                  </c:pt>
                  <c:pt idx="254">
                    <c:v>RT_15</c:v>
                  </c:pt>
                  <c:pt idx="255">
                    <c:v>RT_15</c:v>
                  </c:pt>
                  <c:pt idx="256">
                    <c:v>RT_15</c:v>
                  </c:pt>
                  <c:pt idx="257">
                    <c:v>RT_15</c:v>
                  </c:pt>
                  <c:pt idx="258">
                    <c:v>RT_03</c:v>
                  </c:pt>
                </c:lvl>
                <c:lvl>
                  <c:pt idx="0">
                    <c:v>AG_017</c:v>
                  </c:pt>
                  <c:pt idx="1">
                    <c:v>AG_026</c:v>
                  </c:pt>
                  <c:pt idx="2">
                    <c:v>AG_030</c:v>
                  </c:pt>
                  <c:pt idx="3">
                    <c:v>AG_010</c:v>
                  </c:pt>
                  <c:pt idx="4">
                    <c:v>AG_041</c:v>
                  </c:pt>
                  <c:pt idx="5">
                    <c:v>AG_046</c:v>
                  </c:pt>
                  <c:pt idx="6">
                    <c:v>AG_016</c:v>
                  </c:pt>
                  <c:pt idx="7">
                    <c:v>AG_043</c:v>
                  </c:pt>
                  <c:pt idx="8">
                    <c:v>AG_037</c:v>
                  </c:pt>
                  <c:pt idx="9">
                    <c:v>AG_003</c:v>
                  </c:pt>
                  <c:pt idx="10">
                    <c:v>AG_046</c:v>
                  </c:pt>
                  <c:pt idx="11">
                    <c:v>AG_047</c:v>
                  </c:pt>
                  <c:pt idx="12">
                    <c:v>AG_001</c:v>
                  </c:pt>
                  <c:pt idx="13">
                    <c:v>AG_010</c:v>
                  </c:pt>
                  <c:pt idx="14">
                    <c:v>AG_041</c:v>
                  </c:pt>
                  <c:pt idx="15">
                    <c:v>AG_026</c:v>
                  </c:pt>
                  <c:pt idx="16">
                    <c:v>AG_037</c:v>
                  </c:pt>
                  <c:pt idx="17">
                    <c:v>AG_031</c:v>
                  </c:pt>
                  <c:pt idx="18">
                    <c:v>AG_047</c:v>
                  </c:pt>
                  <c:pt idx="19">
                    <c:v>AG_021</c:v>
                  </c:pt>
                  <c:pt idx="20">
                    <c:v>AG_048</c:v>
                  </c:pt>
                  <c:pt idx="21">
                    <c:v>AG_019</c:v>
                  </c:pt>
                  <c:pt idx="22">
                    <c:v>AG_009</c:v>
                  </c:pt>
                  <c:pt idx="23">
                    <c:v>AG_033</c:v>
                  </c:pt>
                  <c:pt idx="24">
                    <c:v>AG_046</c:v>
                  </c:pt>
                  <c:pt idx="25">
                    <c:v>AG_026</c:v>
                  </c:pt>
                  <c:pt idx="26">
                    <c:v>AG_016</c:v>
                  </c:pt>
                  <c:pt idx="27">
                    <c:v>AG_042</c:v>
                  </c:pt>
                  <c:pt idx="28">
                    <c:v>AG_029</c:v>
                  </c:pt>
                  <c:pt idx="29">
                    <c:v>AG_027</c:v>
                  </c:pt>
                  <c:pt idx="30">
                    <c:v>AG_026</c:v>
                  </c:pt>
                  <c:pt idx="31">
                    <c:v>AG_042</c:v>
                  </c:pt>
                  <c:pt idx="32">
                    <c:v>AG_043</c:v>
                  </c:pt>
                  <c:pt idx="33">
                    <c:v>AG_023</c:v>
                  </c:pt>
                  <c:pt idx="34">
                    <c:v>AG_036</c:v>
                  </c:pt>
                  <c:pt idx="35">
                    <c:v>AG_038</c:v>
                  </c:pt>
                  <c:pt idx="36">
                    <c:v>AG_034</c:v>
                  </c:pt>
                  <c:pt idx="37">
                    <c:v>AG_044</c:v>
                  </c:pt>
                  <c:pt idx="38">
                    <c:v>AG_037</c:v>
                  </c:pt>
                  <c:pt idx="39">
                    <c:v>AG_017</c:v>
                  </c:pt>
                  <c:pt idx="40">
                    <c:v>AG_002</c:v>
                  </c:pt>
                  <c:pt idx="41">
                    <c:v>AG_007</c:v>
                  </c:pt>
                  <c:pt idx="42">
                    <c:v>AG_013</c:v>
                  </c:pt>
                  <c:pt idx="43">
                    <c:v>AG_023</c:v>
                  </c:pt>
                  <c:pt idx="44">
                    <c:v>AG_025</c:v>
                  </c:pt>
                  <c:pt idx="45">
                    <c:v>AG_044</c:v>
                  </c:pt>
                  <c:pt idx="46">
                    <c:v>AG_036</c:v>
                  </c:pt>
                  <c:pt idx="47">
                    <c:v>AG_042</c:v>
                  </c:pt>
                  <c:pt idx="48">
                    <c:v>AG_041</c:v>
                  </c:pt>
                  <c:pt idx="49">
                    <c:v>AG_011</c:v>
                  </c:pt>
                  <c:pt idx="50">
                    <c:v>AG_027</c:v>
                  </c:pt>
                  <c:pt idx="51">
                    <c:v>AG_029</c:v>
                  </c:pt>
                  <c:pt idx="52">
                    <c:v>AG_040</c:v>
                  </c:pt>
                  <c:pt idx="53">
                    <c:v>AG_037</c:v>
                  </c:pt>
                  <c:pt idx="54">
                    <c:v>AG_001</c:v>
                  </c:pt>
                  <c:pt idx="55">
                    <c:v>AG_024</c:v>
                  </c:pt>
                  <c:pt idx="56">
                    <c:v>AG_004</c:v>
                  </c:pt>
                  <c:pt idx="57">
                    <c:v>AG_026</c:v>
                  </c:pt>
                  <c:pt idx="58">
                    <c:v>AG_014</c:v>
                  </c:pt>
                  <c:pt idx="59">
                    <c:v>AG_011</c:v>
                  </c:pt>
                  <c:pt idx="60">
                    <c:v>AG_028</c:v>
                  </c:pt>
                  <c:pt idx="61">
                    <c:v>AG_025</c:v>
                  </c:pt>
                  <c:pt idx="62">
                    <c:v>AG_022</c:v>
                  </c:pt>
                  <c:pt idx="63">
                    <c:v>AG_045</c:v>
                  </c:pt>
                  <c:pt idx="64">
                    <c:v>AG_017</c:v>
                  </c:pt>
                  <c:pt idx="65">
                    <c:v>AG_038</c:v>
                  </c:pt>
                  <c:pt idx="66">
                    <c:v>AG_048</c:v>
                  </c:pt>
                  <c:pt idx="67">
                    <c:v>AG_020</c:v>
                  </c:pt>
                  <c:pt idx="68">
                    <c:v>AG_039</c:v>
                  </c:pt>
                  <c:pt idx="69">
                    <c:v>AG_027</c:v>
                  </c:pt>
                  <c:pt idx="70">
                    <c:v>AG_049</c:v>
                  </c:pt>
                  <c:pt idx="71">
                    <c:v>AG_014</c:v>
                  </c:pt>
                  <c:pt idx="72">
                    <c:v>AG_030</c:v>
                  </c:pt>
                  <c:pt idx="73">
                    <c:v>AG_037</c:v>
                  </c:pt>
                  <c:pt idx="74">
                    <c:v>AG_019</c:v>
                  </c:pt>
                  <c:pt idx="75">
                    <c:v>AG_041</c:v>
                  </c:pt>
                  <c:pt idx="76">
                    <c:v>AG_032</c:v>
                  </c:pt>
                  <c:pt idx="77">
                    <c:v>AG_018</c:v>
                  </c:pt>
                  <c:pt idx="78">
                    <c:v>AG_009</c:v>
                  </c:pt>
                  <c:pt idx="79">
                    <c:v>AG_046</c:v>
                  </c:pt>
                  <c:pt idx="80">
                    <c:v>AG_039</c:v>
                  </c:pt>
                  <c:pt idx="81">
                    <c:v>AG_009</c:v>
                  </c:pt>
                  <c:pt idx="82">
                    <c:v>AG_041</c:v>
                  </c:pt>
                  <c:pt idx="83">
                    <c:v>AG_010</c:v>
                  </c:pt>
                  <c:pt idx="84">
                    <c:v>AG_050</c:v>
                  </c:pt>
                  <c:pt idx="85">
                    <c:v>AG_048</c:v>
                  </c:pt>
                  <c:pt idx="86">
                    <c:v>AG_042</c:v>
                  </c:pt>
                  <c:pt idx="87">
                    <c:v>AG_031</c:v>
                  </c:pt>
                  <c:pt idx="88">
                    <c:v>AG_037</c:v>
                  </c:pt>
                  <c:pt idx="89">
                    <c:v>AG_033</c:v>
                  </c:pt>
                  <c:pt idx="90">
                    <c:v>AG_008</c:v>
                  </c:pt>
                  <c:pt idx="91">
                    <c:v>AG_038</c:v>
                  </c:pt>
                  <c:pt idx="92">
                    <c:v>AG_018</c:v>
                  </c:pt>
                  <c:pt idx="93">
                    <c:v>AG_045</c:v>
                  </c:pt>
                  <c:pt idx="94">
                    <c:v>AG_030</c:v>
                  </c:pt>
                  <c:pt idx="95">
                    <c:v>AG_029</c:v>
                  </c:pt>
                  <c:pt idx="96">
                    <c:v>AG_049</c:v>
                  </c:pt>
                  <c:pt idx="97">
                    <c:v>AG_008</c:v>
                  </c:pt>
                  <c:pt idx="98">
                    <c:v>AG_039</c:v>
                  </c:pt>
                  <c:pt idx="99">
                    <c:v>AG_044</c:v>
                  </c:pt>
                  <c:pt idx="100">
                    <c:v>AG_037</c:v>
                  </c:pt>
                  <c:pt idx="101">
                    <c:v>AG_006</c:v>
                  </c:pt>
                  <c:pt idx="102">
                    <c:v>AG_040</c:v>
                  </c:pt>
                  <c:pt idx="103">
                    <c:v>AG_009</c:v>
                  </c:pt>
                  <c:pt idx="104">
                    <c:v>AG_012</c:v>
                  </c:pt>
                  <c:pt idx="105">
                    <c:v>AG_025</c:v>
                  </c:pt>
                  <c:pt idx="106">
                    <c:v>AG_005</c:v>
                  </c:pt>
                  <c:pt idx="107">
                    <c:v>AG_006</c:v>
                  </c:pt>
                  <c:pt idx="108">
                    <c:v>AG_008</c:v>
                  </c:pt>
                  <c:pt idx="109">
                    <c:v>AG_040</c:v>
                  </c:pt>
                  <c:pt idx="110">
                    <c:v>AG_004</c:v>
                  </c:pt>
                  <c:pt idx="111">
                    <c:v>AG_028</c:v>
                  </c:pt>
                  <c:pt idx="112">
                    <c:v>AG_038</c:v>
                  </c:pt>
                  <c:pt idx="113">
                    <c:v>AG_046</c:v>
                  </c:pt>
                  <c:pt idx="114">
                    <c:v>AG_046</c:v>
                  </c:pt>
                  <c:pt idx="115">
                    <c:v>AG_018</c:v>
                  </c:pt>
                  <c:pt idx="116">
                    <c:v>AG_009</c:v>
                  </c:pt>
                  <c:pt idx="117">
                    <c:v>AG_015</c:v>
                  </c:pt>
                  <c:pt idx="118">
                    <c:v>AG_047</c:v>
                  </c:pt>
                  <c:pt idx="119">
                    <c:v>AG_044</c:v>
                  </c:pt>
                  <c:pt idx="120">
                    <c:v>AG_032</c:v>
                  </c:pt>
                  <c:pt idx="121">
                    <c:v>AG_004</c:v>
                  </c:pt>
                  <c:pt idx="122">
                    <c:v>AG_001</c:v>
                  </c:pt>
                  <c:pt idx="123">
                    <c:v>AG_009</c:v>
                  </c:pt>
                  <c:pt idx="124">
                    <c:v>AG_042</c:v>
                  </c:pt>
                  <c:pt idx="125">
                    <c:v>AG_023</c:v>
                  </c:pt>
                  <c:pt idx="126">
                    <c:v>AG_039</c:v>
                  </c:pt>
                  <c:pt idx="127">
                    <c:v>AG_008</c:v>
                  </c:pt>
                  <c:pt idx="128">
                    <c:v>AG_046</c:v>
                  </c:pt>
                  <c:pt idx="129">
                    <c:v>AG_037</c:v>
                  </c:pt>
                  <c:pt idx="130">
                    <c:v>AG_032</c:v>
                  </c:pt>
                  <c:pt idx="131">
                    <c:v>AG_049</c:v>
                  </c:pt>
                  <c:pt idx="132">
                    <c:v>AG_001</c:v>
                  </c:pt>
                  <c:pt idx="133">
                    <c:v>AG_010</c:v>
                  </c:pt>
                  <c:pt idx="134">
                    <c:v>AG_027</c:v>
                  </c:pt>
                  <c:pt idx="135">
                    <c:v>AG_016</c:v>
                  </c:pt>
                  <c:pt idx="136">
                    <c:v>AG_044</c:v>
                  </c:pt>
                  <c:pt idx="137">
                    <c:v>AG_009</c:v>
                  </c:pt>
                  <c:pt idx="138">
                    <c:v>AG_005</c:v>
                  </c:pt>
                  <c:pt idx="139">
                    <c:v>AG_021</c:v>
                  </c:pt>
                  <c:pt idx="140">
                    <c:v>AG_039</c:v>
                  </c:pt>
                  <c:pt idx="141">
                    <c:v>AG_038</c:v>
                  </c:pt>
                  <c:pt idx="142">
                    <c:v>AG_003</c:v>
                  </c:pt>
                  <c:pt idx="143">
                    <c:v>AG_006</c:v>
                  </c:pt>
                  <c:pt idx="144">
                    <c:v>AG_010</c:v>
                  </c:pt>
                  <c:pt idx="145">
                    <c:v>AG_021</c:v>
                  </c:pt>
                  <c:pt idx="146">
                    <c:v>AG_043</c:v>
                  </c:pt>
                  <c:pt idx="147">
                    <c:v>AG_015</c:v>
                  </c:pt>
                  <c:pt idx="148">
                    <c:v>AG_025</c:v>
                  </c:pt>
                  <c:pt idx="149">
                    <c:v>AG_035</c:v>
                  </c:pt>
                  <c:pt idx="150">
                    <c:v>AG_031</c:v>
                  </c:pt>
                  <c:pt idx="151">
                    <c:v>AG_024</c:v>
                  </c:pt>
                  <c:pt idx="152">
                    <c:v>AG_003</c:v>
                  </c:pt>
                  <c:pt idx="153">
                    <c:v>AG_019</c:v>
                  </c:pt>
                  <c:pt idx="154">
                    <c:v>AG_032</c:v>
                  </c:pt>
                  <c:pt idx="155">
                    <c:v>AG_004</c:v>
                  </c:pt>
                  <c:pt idx="156">
                    <c:v>AG_036</c:v>
                  </c:pt>
                  <c:pt idx="157">
                    <c:v>AG_022</c:v>
                  </c:pt>
                  <c:pt idx="158">
                    <c:v>AG_019</c:v>
                  </c:pt>
                  <c:pt idx="159">
                    <c:v>AG_016</c:v>
                  </c:pt>
                  <c:pt idx="160">
                    <c:v>AG_038</c:v>
                  </c:pt>
                  <c:pt idx="161">
                    <c:v>AG_037</c:v>
                  </c:pt>
                  <c:pt idx="162">
                    <c:v>AG_007</c:v>
                  </c:pt>
                  <c:pt idx="163">
                    <c:v>AG_012</c:v>
                  </c:pt>
                  <c:pt idx="164">
                    <c:v>AG_021</c:v>
                  </c:pt>
                  <c:pt idx="165">
                    <c:v>AG_009</c:v>
                  </c:pt>
                  <c:pt idx="166">
                    <c:v>AG_025</c:v>
                  </c:pt>
                  <c:pt idx="167">
                    <c:v>AG_002</c:v>
                  </c:pt>
                  <c:pt idx="168">
                    <c:v>AG_039</c:v>
                  </c:pt>
                  <c:pt idx="169">
                    <c:v>AG_003</c:v>
                  </c:pt>
                  <c:pt idx="170">
                    <c:v>AG_039</c:v>
                  </c:pt>
                  <c:pt idx="171">
                    <c:v>AG_027</c:v>
                  </c:pt>
                  <c:pt idx="172">
                    <c:v>AG_035</c:v>
                  </c:pt>
                  <c:pt idx="173">
                    <c:v>AG_031</c:v>
                  </c:pt>
                  <c:pt idx="174">
                    <c:v>AG_008</c:v>
                  </c:pt>
                  <c:pt idx="175">
                    <c:v>AG_021</c:v>
                  </c:pt>
                  <c:pt idx="176">
                    <c:v>AG_019</c:v>
                  </c:pt>
                  <c:pt idx="177">
                    <c:v>AG_040</c:v>
                  </c:pt>
                  <c:pt idx="178">
                    <c:v>AG_043</c:v>
                  </c:pt>
                  <c:pt idx="179">
                    <c:v>AG_031</c:v>
                  </c:pt>
                  <c:pt idx="180">
                    <c:v>AG_033</c:v>
                  </c:pt>
                  <c:pt idx="181">
                    <c:v>AG_030</c:v>
                  </c:pt>
                  <c:pt idx="182">
                    <c:v>AG_016</c:v>
                  </c:pt>
                  <c:pt idx="183">
                    <c:v>AG_040</c:v>
                  </c:pt>
                  <c:pt idx="184">
                    <c:v>AG_039</c:v>
                  </c:pt>
                  <c:pt idx="185">
                    <c:v>AG_029</c:v>
                  </c:pt>
                  <c:pt idx="186">
                    <c:v>AG_008</c:v>
                  </c:pt>
                  <c:pt idx="187">
                    <c:v>AG_030</c:v>
                  </c:pt>
                  <c:pt idx="188">
                    <c:v>AG_027</c:v>
                  </c:pt>
                  <c:pt idx="189">
                    <c:v>AG_013</c:v>
                  </c:pt>
                  <c:pt idx="190">
                    <c:v>AG_045</c:v>
                  </c:pt>
                  <c:pt idx="191">
                    <c:v>AG_030</c:v>
                  </c:pt>
                  <c:pt idx="192">
                    <c:v>AG_021</c:v>
                  </c:pt>
                  <c:pt idx="193">
                    <c:v>AG_012</c:v>
                  </c:pt>
                  <c:pt idx="194">
                    <c:v>AG_011</c:v>
                  </c:pt>
                  <c:pt idx="195">
                    <c:v>AG_034</c:v>
                  </c:pt>
                  <c:pt idx="196">
                    <c:v>AG_046</c:v>
                  </c:pt>
                  <c:pt idx="197">
                    <c:v>AG_043</c:v>
                  </c:pt>
                  <c:pt idx="198">
                    <c:v>AG_023</c:v>
                  </c:pt>
                  <c:pt idx="199">
                    <c:v>AG_043</c:v>
                  </c:pt>
                  <c:pt idx="200">
                    <c:v>AG_048</c:v>
                  </c:pt>
                  <c:pt idx="201">
                    <c:v>AG_043</c:v>
                  </c:pt>
                  <c:pt idx="202">
                    <c:v>AG_027</c:v>
                  </c:pt>
                  <c:pt idx="203">
                    <c:v>AG_010</c:v>
                  </c:pt>
                  <c:pt idx="204">
                    <c:v>AG_033</c:v>
                  </c:pt>
                  <c:pt idx="205">
                    <c:v>AG_014</c:v>
                  </c:pt>
                  <c:pt idx="206">
                    <c:v>AG_012</c:v>
                  </c:pt>
                  <c:pt idx="207">
                    <c:v>AG_018</c:v>
                  </c:pt>
                  <c:pt idx="208">
                    <c:v>AG_019</c:v>
                  </c:pt>
                  <c:pt idx="209">
                    <c:v>AG_019</c:v>
                  </c:pt>
                  <c:pt idx="210">
                    <c:v>AG_036</c:v>
                  </c:pt>
                  <c:pt idx="211">
                    <c:v>AG_019</c:v>
                  </c:pt>
                  <c:pt idx="212">
                    <c:v>AG_021</c:v>
                  </c:pt>
                  <c:pt idx="213">
                    <c:v>AG_001</c:v>
                  </c:pt>
                  <c:pt idx="214">
                    <c:v>AG_044</c:v>
                  </c:pt>
                  <c:pt idx="215">
                    <c:v>AG_038</c:v>
                  </c:pt>
                  <c:pt idx="216">
                    <c:v>AG_036</c:v>
                  </c:pt>
                  <c:pt idx="217">
                    <c:v>AG_039</c:v>
                  </c:pt>
                  <c:pt idx="218">
                    <c:v>AG_009</c:v>
                  </c:pt>
                  <c:pt idx="219">
                    <c:v>AG_029</c:v>
                  </c:pt>
                  <c:pt idx="220">
                    <c:v>AG_027</c:v>
                  </c:pt>
                  <c:pt idx="221">
                    <c:v>AG_016</c:v>
                  </c:pt>
                  <c:pt idx="222">
                    <c:v>AG_021</c:v>
                  </c:pt>
                  <c:pt idx="223">
                    <c:v>AG_027</c:v>
                  </c:pt>
                  <c:pt idx="224">
                    <c:v>AG_011</c:v>
                  </c:pt>
                  <c:pt idx="225">
                    <c:v>AG_001</c:v>
                  </c:pt>
                  <c:pt idx="226">
                    <c:v>AG_017</c:v>
                  </c:pt>
                  <c:pt idx="227">
                    <c:v>AG_036</c:v>
                  </c:pt>
                  <c:pt idx="228">
                    <c:v>AG_047</c:v>
                  </c:pt>
                  <c:pt idx="229">
                    <c:v>AG_020</c:v>
                  </c:pt>
                  <c:pt idx="230">
                    <c:v>AG_015</c:v>
                  </c:pt>
                  <c:pt idx="231">
                    <c:v>AG_034</c:v>
                  </c:pt>
                  <c:pt idx="232">
                    <c:v>AG_008</c:v>
                  </c:pt>
                  <c:pt idx="233">
                    <c:v>AG_041</c:v>
                  </c:pt>
                  <c:pt idx="234">
                    <c:v>AG_025</c:v>
                  </c:pt>
                  <c:pt idx="235">
                    <c:v>AG_007</c:v>
                  </c:pt>
                  <c:pt idx="236">
                    <c:v>AG_045</c:v>
                  </c:pt>
                  <c:pt idx="237">
                    <c:v>AG_004</c:v>
                  </c:pt>
                  <c:pt idx="238">
                    <c:v>AG_030</c:v>
                  </c:pt>
                  <c:pt idx="239">
                    <c:v>AG_002</c:v>
                  </c:pt>
                  <c:pt idx="240">
                    <c:v>AG_019</c:v>
                  </c:pt>
                  <c:pt idx="241">
                    <c:v>AG_028</c:v>
                  </c:pt>
                  <c:pt idx="242">
                    <c:v>AG_009</c:v>
                  </c:pt>
                  <c:pt idx="243">
                    <c:v>AG_010</c:v>
                  </c:pt>
                  <c:pt idx="244">
                    <c:v>AG_033</c:v>
                  </c:pt>
                  <c:pt idx="245">
                    <c:v>AG_043</c:v>
                  </c:pt>
                  <c:pt idx="246">
                    <c:v>AG_017</c:v>
                  </c:pt>
                  <c:pt idx="247">
                    <c:v>AG_048</c:v>
                  </c:pt>
                  <c:pt idx="248">
                    <c:v>AG_047</c:v>
                  </c:pt>
                  <c:pt idx="249">
                    <c:v>AG_022</c:v>
                  </c:pt>
                  <c:pt idx="250">
                    <c:v>AG_020</c:v>
                  </c:pt>
                  <c:pt idx="251">
                    <c:v>AG_034</c:v>
                  </c:pt>
                  <c:pt idx="252">
                    <c:v>AG_043</c:v>
                  </c:pt>
                  <c:pt idx="253">
                    <c:v>AG_035</c:v>
                  </c:pt>
                  <c:pt idx="254">
                    <c:v>AG_045</c:v>
                  </c:pt>
                  <c:pt idx="255">
                    <c:v>AG_003</c:v>
                  </c:pt>
                  <c:pt idx="256">
                    <c:v>AG_012</c:v>
                  </c:pt>
                  <c:pt idx="257">
                    <c:v>AG_011</c:v>
                  </c:pt>
                  <c:pt idx="258">
                    <c:v>AG_025</c:v>
                  </c:pt>
                </c:lvl>
              </c:multiLvlStrCache>
            </c:multiLvlStrRef>
          </c:cat>
          <c:val>
            <c:numRef>
              <c:f>Sheet4!$C$2:$C$260</c:f>
              <c:numCache>
                <c:formatCode>General</c:formatCode>
                <c:ptCount val="259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100</c:v>
                </c:pt>
                <c:pt idx="52">
                  <c:v>100</c:v>
                </c:pt>
                <c:pt idx="53">
                  <c:v>100</c:v>
                </c:pt>
                <c:pt idx="54">
                  <c:v>100</c:v>
                </c:pt>
                <c:pt idx="55">
                  <c:v>100</c:v>
                </c:pt>
                <c:pt idx="56">
                  <c:v>100</c:v>
                </c:pt>
                <c:pt idx="57">
                  <c:v>100</c:v>
                </c:pt>
                <c:pt idx="58">
                  <c:v>100</c:v>
                </c:pt>
                <c:pt idx="59">
                  <c:v>100</c:v>
                </c:pt>
                <c:pt idx="60">
                  <c:v>100</c:v>
                </c:pt>
                <c:pt idx="61">
                  <c:v>100</c:v>
                </c:pt>
                <c:pt idx="62">
                  <c:v>100</c:v>
                </c:pt>
                <c:pt idx="63">
                  <c:v>100</c:v>
                </c:pt>
                <c:pt idx="64">
                  <c:v>100</c:v>
                </c:pt>
                <c:pt idx="65">
                  <c:v>100</c:v>
                </c:pt>
                <c:pt idx="66">
                  <c:v>100</c:v>
                </c:pt>
                <c:pt idx="67">
                  <c:v>100</c:v>
                </c:pt>
                <c:pt idx="68">
                  <c:v>100</c:v>
                </c:pt>
                <c:pt idx="69">
                  <c:v>100</c:v>
                </c:pt>
                <c:pt idx="70">
                  <c:v>100</c:v>
                </c:pt>
                <c:pt idx="71">
                  <c:v>100</c:v>
                </c:pt>
                <c:pt idx="72">
                  <c:v>100</c:v>
                </c:pt>
                <c:pt idx="73">
                  <c:v>100</c:v>
                </c:pt>
                <c:pt idx="74">
                  <c:v>100</c:v>
                </c:pt>
                <c:pt idx="75">
                  <c:v>100</c:v>
                </c:pt>
                <c:pt idx="76">
                  <c:v>100</c:v>
                </c:pt>
                <c:pt idx="77">
                  <c:v>100</c:v>
                </c:pt>
                <c:pt idx="78">
                  <c:v>100</c:v>
                </c:pt>
                <c:pt idx="79">
                  <c:v>100</c:v>
                </c:pt>
                <c:pt idx="80">
                  <c:v>100</c:v>
                </c:pt>
                <c:pt idx="81">
                  <c:v>100</c:v>
                </c:pt>
                <c:pt idx="82">
                  <c:v>100</c:v>
                </c:pt>
                <c:pt idx="83">
                  <c:v>100</c:v>
                </c:pt>
                <c:pt idx="84">
                  <c:v>100</c:v>
                </c:pt>
                <c:pt idx="85">
                  <c:v>100</c:v>
                </c:pt>
                <c:pt idx="86">
                  <c:v>100</c:v>
                </c:pt>
                <c:pt idx="87">
                  <c:v>100</c:v>
                </c:pt>
                <c:pt idx="88">
                  <c:v>100</c:v>
                </c:pt>
                <c:pt idx="89">
                  <c:v>100</c:v>
                </c:pt>
                <c:pt idx="90">
                  <c:v>100</c:v>
                </c:pt>
                <c:pt idx="91">
                  <c:v>100</c:v>
                </c:pt>
                <c:pt idx="92">
                  <c:v>100</c:v>
                </c:pt>
                <c:pt idx="93">
                  <c:v>100</c:v>
                </c:pt>
                <c:pt idx="94">
                  <c:v>100</c:v>
                </c:pt>
                <c:pt idx="95">
                  <c:v>100</c:v>
                </c:pt>
                <c:pt idx="96">
                  <c:v>100</c:v>
                </c:pt>
                <c:pt idx="97">
                  <c:v>100</c:v>
                </c:pt>
                <c:pt idx="98">
                  <c:v>100</c:v>
                </c:pt>
                <c:pt idx="99">
                  <c:v>100</c:v>
                </c:pt>
                <c:pt idx="100">
                  <c:v>100</c:v>
                </c:pt>
                <c:pt idx="101">
                  <c:v>100</c:v>
                </c:pt>
                <c:pt idx="102">
                  <c:v>100</c:v>
                </c:pt>
                <c:pt idx="103">
                  <c:v>100</c:v>
                </c:pt>
                <c:pt idx="104">
                  <c:v>100</c:v>
                </c:pt>
                <c:pt idx="105">
                  <c:v>100</c:v>
                </c:pt>
                <c:pt idx="106">
                  <c:v>100</c:v>
                </c:pt>
                <c:pt idx="107">
                  <c:v>100</c:v>
                </c:pt>
                <c:pt idx="108">
                  <c:v>100</c:v>
                </c:pt>
                <c:pt idx="109">
                  <c:v>100</c:v>
                </c:pt>
                <c:pt idx="110">
                  <c:v>100</c:v>
                </c:pt>
                <c:pt idx="111">
                  <c:v>100</c:v>
                </c:pt>
                <c:pt idx="112">
                  <c:v>100</c:v>
                </c:pt>
                <c:pt idx="113">
                  <c:v>100</c:v>
                </c:pt>
                <c:pt idx="114">
                  <c:v>100</c:v>
                </c:pt>
                <c:pt idx="115">
                  <c:v>100</c:v>
                </c:pt>
                <c:pt idx="116">
                  <c:v>100</c:v>
                </c:pt>
                <c:pt idx="117">
                  <c:v>100</c:v>
                </c:pt>
                <c:pt idx="118">
                  <c:v>100</c:v>
                </c:pt>
                <c:pt idx="119">
                  <c:v>100</c:v>
                </c:pt>
                <c:pt idx="120">
                  <c:v>100</c:v>
                </c:pt>
                <c:pt idx="121">
                  <c:v>100</c:v>
                </c:pt>
                <c:pt idx="122">
                  <c:v>100</c:v>
                </c:pt>
                <c:pt idx="123">
                  <c:v>100</c:v>
                </c:pt>
                <c:pt idx="124">
                  <c:v>100</c:v>
                </c:pt>
                <c:pt idx="125">
                  <c:v>100</c:v>
                </c:pt>
                <c:pt idx="126">
                  <c:v>100</c:v>
                </c:pt>
                <c:pt idx="127">
                  <c:v>100</c:v>
                </c:pt>
                <c:pt idx="128">
                  <c:v>100</c:v>
                </c:pt>
                <c:pt idx="129">
                  <c:v>100</c:v>
                </c:pt>
                <c:pt idx="130">
                  <c:v>100</c:v>
                </c:pt>
                <c:pt idx="131">
                  <c:v>100</c:v>
                </c:pt>
                <c:pt idx="132">
                  <c:v>100</c:v>
                </c:pt>
                <c:pt idx="133">
                  <c:v>100</c:v>
                </c:pt>
                <c:pt idx="134">
                  <c:v>100</c:v>
                </c:pt>
                <c:pt idx="135">
                  <c:v>100</c:v>
                </c:pt>
                <c:pt idx="136">
                  <c:v>100</c:v>
                </c:pt>
                <c:pt idx="137">
                  <c:v>100</c:v>
                </c:pt>
                <c:pt idx="138">
                  <c:v>100</c:v>
                </c:pt>
                <c:pt idx="139">
                  <c:v>100</c:v>
                </c:pt>
                <c:pt idx="140">
                  <c:v>100</c:v>
                </c:pt>
                <c:pt idx="141">
                  <c:v>100</c:v>
                </c:pt>
                <c:pt idx="142">
                  <c:v>100</c:v>
                </c:pt>
                <c:pt idx="143">
                  <c:v>100</c:v>
                </c:pt>
                <c:pt idx="144">
                  <c:v>100</c:v>
                </c:pt>
                <c:pt idx="145">
                  <c:v>100</c:v>
                </c:pt>
                <c:pt idx="146">
                  <c:v>100</c:v>
                </c:pt>
                <c:pt idx="147">
                  <c:v>100</c:v>
                </c:pt>
                <c:pt idx="148">
                  <c:v>100</c:v>
                </c:pt>
                <c:pt idx="149">
                  <c:v>100</c:v>
                </c:pt>
                <c:pt idx="150">
                  <c:v>100</c:v>
                </c:pt>
                <c:pt idx="151">
                  <c:v>100</c:v>
                </c:pt>
                <c:pt idx="152">
                  <c:v>100</c:v>
                </c:pt>
                <c:pt idx="153">
                  <c:v>100</c:v>
                </c:pt>
                <c:pt idx="154">
                  <c:v>100</c:v>
                </c:pt>
                <c:pt idx="155">
                  <c:v>100</c:v>
                </c:pt>
                <c:pt idx="156">
                  <c:v>100</c:v>
                </c:pt>
                <c:pt idx="157">
                  <c:v>100</c:v>
                </c:pt>
                <c:pt idx="158">
                  <c:v>100</c:v>
                </c:pt>
                <c:pt idx="159">
                  <c:v>100</c:v>
                </c:pt>
                <c:pt idx="160">
                  <c:v>100</c:v>
                </c:pt>
                <c:pt idx="161">
                  <c:v>100</c:v>
                </c:pt>
                <c:pt idx="162">
                  <c:v>100</c:v>
                </c:pt>
                <c:pt idx="163">
                  <c:v>100</c:v>
                </c:pt>
                <c:pt idx="164">
                  <c:v>100</c:v>
                </c:pt>
                <c:pt idx="165">
                  <c:v>100</c:v>
                </c:pt>
                <c:pt idx="166">
                  <c:v>100</c:v>
                </c:pt>
                <c:pt idx="167">
                  <c:v>100</c:v>
                </c:pt>
                <c:pt idx="168">
                  <c:v>100</c:v>
                </c:pt>
                <c:pt idx="169">
                  <c:v>100</c:v>
                </c:pt>
                <c:pt idx="170">
                  <c:v>100</c:v>
                </c:pt>
                <c:pt idx="171">
                  <c:v>100</c:v>
                </c:pt>
                <c:pt idx="172">
                  <c:v>100</c:v>
                </c:pt>
                <c:pt idx="173">
                  <c:v>100</c:v>
                </c:pt>
                <c:pt idx="174">
                  <c:v>100</c:v>
                </c:pt>
                <c:pt idx="175">
                  <c:v>100</c:v>
                </c:pt>
                <c:pt idx="176">
                  <c:v>100</c:v>
                </c:pt>
                <c:pt idx="177">
                  <c:v>100</c:v>
                </c:pt>
                <c:pt idx="178">
                  <c:v>50</c:v>
                </c:pt>
                <c:pt idx="179">
                  <c:v>50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50</c:v>
                </c:pt>
                <c:pt idx="185">
                  <c:v>50</c:v>
                </c:pt>
                <c:pt idx="186">
                  <c:v>50</c:v>
                </c:pt>
                <c:pt idx="187">
                  <c:v>50</c:v>
                </c:pt>
                <c:pt idx="188">
                  <c:v>50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50</c:v>
                </c:pt>
                <c:pt idx="197">
                  <c:v>66.67</c:v>
                </c:pt>
                <c:pt idx="198">
                  <c:v>50</c:v>
                </c:pt>
                <c:pt idx="199">
                  <c:v>50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50</c:v>
                </c:pt>
                <c:pt idx="210">
                  <c:v>50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66.67</c:v>
                </c:pt>
                <c:pt idx="215">
                  <c:v>50</c:v>
                </c:pt>
                <c:pt idx="216">
                  <c:v>50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50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50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50</c:v>
                </c:pt>
                <c:pt idx="252">
                  <c:v>50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AB-40D4-A90C-E5850B2B4789}"/>
            </c:ext>
          </c:extLst>
        </c:ser>
        <c:ser>
          <c:idx val="1"/>
          <c:order val="1"/>
          <c:tx>
            <c:strRef>
              <c:f>Sheet4!$D$1</c:f>
              <c:strCache>
                <c:ptCount val="1"/>
                <c:pt idx="0">
                  <c:v>AGENT_RANK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multiLvlStrRef>
              <c:f>Sheet4!$A$2:$B$260</c:f>
              <c:multiLvlStrCache>
                <c:ptCount val="259"/>
                <c:lvl>
                  <c:pt idx="0">
                    <c:v>RT_01</c:v>
                  </c:pt>
                  <c:pt idx="1">
                    <c:v>RT_01</c:v>
                  </c:pt>
                  <c:pt idx="2">
                    <c:v>RT_01</c:v>
                  </c:pt>
                  <c:pt idx="3">
                    <c:v>RT_01</c:v>
                  </c:pt>
                  <c:pt idx="4">
                    <c:v>RT_01</c:v>
                  </c:pt>
                  <c:pt idx="5">
                    <c:v>RT_01</c:v>
                  </c:pt>
                  <c:pt idx="6">
                    <c:v>RT_01</c:v>
                  </c:pt>
                  <c:pt idx="7">
                    <c:v>RT_01</c:v>
                  </c:pt>
                  <c:pt idx="8">
                    <c:v>RT_01</c:v>
                  </c:pt>
                  <c:pt idx="9">
                    <c:v>RT_02</c:v>
                  </c:pt>
                  <c:pt idx="10">
                    <c:v>RT_02</c:v>
                  </c:pt>
                  <c:pt idx="11">
                    <c:v>RT_02</c:v>
                  </c:pt>
                  <c:pt idx="12">
                    <c:v>RT_02</c:v>
                  </c:pt>
                  <c:pt idx="13">
                    <c:v>RT_02</c:v>
                  </c:pt>
                  <c:pt idx="14">
                    <c:v>RT_02</c:v>
                  </c:pt>
                  <c:pt idx="15">
                    <c:v>RT_02</c:v>
                  </c:pt>
                  <c:pt idx="16">
                    <c:v>RT_02</c:v>
                  </c:pt>
                  <c:pt idx="17">
                    <c:v>RT_03</c:v>
                  </c:pt>
                  <c:pt idx="18">
                    <c:v>RT_03</c:v>
                  </c:pt>
                  <c:pt idx="19">
                    <c:v>RT_03</c:v>
                  </c:pt>
                  <c:pt idx="20">
                    <c:v>RT_03</c:v>
                  </c:pt>
                  <c:pt idx="21">
                    <c:v>RT_03</c:v>
                  </c:pt>
                  <c:pt idx="22">
                    <c:v>RT_03</c:v>
                  </c:pt>
                  <c:pt idx="23">
                    <c:v>RT_03</c:v>
                  </c:pt>
                  <c:pt idx="24">
                    <c:v>RT_03</c:v>
                  </c:pt>
                  <c:pt idx="25">
                    <c:v>RT_03</c:v>
                  </c:pt>
                  <c:pt idx="26">
                    <c:v>RT_03</c:v>
                  </c:pt>
                  <c:pt idx="27">
                    <c:v>RT_03</c:v>
                  </c:pt>
                  <c:pt idx="28">
                    <c:v>RT_03</c:v>
                  </c:pt>
                  <c:pt idx="29">
                    <c:v>RT_03</c:v>
                  </c:pt>
                  <c:pt idx="30">
                    <c:v>RT_04</c:v>
                  </c:pt>
                  <c:pt idx="31">
                    <c:v>RT_04</c:v>
                  </c:pt>
                  <c:pt idx="32">
                    <c:v>RT_04</c:v>
                  </c:pt>
                  <c:pt idx="33">
                    <c:v>RT_04</c:v>
                  </c:pt>
                  <c:pt idx="34">
                    <c:v>RT_04</c:v>
                  </c:pt>
                  <c:pt idx="35">
                    <c:v>RT_04</c:v>
                  </c:pt>
                  <c:pt idx="36">
                    <c:v>RT_04</c:v>
                  </c:pt>
                  <c:pt idx="37">
                    <c:v>RT_04</c:v>
                  </c:pt>
                  <c:pt idx="38">
                    <c:v>RT_04</c:v>
                  </c:pt>
                  <c:pt idx="39">
                    <c:v>RT_04</c:v>
                  </c:pt>
                  <c:pt idx="40">
                    <c:v>RT_04</c:v>
                  </c:pt>
                  <c:pt idx="41">
                    <c:v>RT_04</c:v>
                  </c:pt>
                  <c:pt idx="42">
                    <c:v>RT_05</c:v>
                  </c:pt>
                  <c:pt idx="43">
                    <c:v>RT_05</c:v>
                  </c:pt>
                  <c:pt idx="44">
                    <c:v>RT_05</c:v>
                  </c:pt>
                  <c:pt idx="45">
                    <c:v>RT_05</c:v>
                  </c:pt>
                  <c:pt idx="46">
                    <c:v>RT_05</c:v>
                  </c:pt>
                  <c:pt idx="47">
                    <c:v>RT_05</c:v>
                  </c:pt>
                  <c:pt idx="48">
                    <c:v>RT_05</c:v>
                  </c:pt>
                  <c:pt idx="49">
                    <c:v>RT_05</c:v>
                  </c:pt>
                  <c:pt idx="50">
                    <c:v>RT_05</c:v>
                  </c:pt>
                  <c:pt idx="51">
                    <c:v>RT_05</c:v>
                  </c:pt>
                  <c:pt idx="52">
                    <c:v>RT_05</c:v>
                  </c:pt>
                  <c:pt idx="53">
                    <c:v>RT_05</c:v>
                  </c:pt>
                  <c:pt idx="54">
                    <c:v>RT_06</c:v>
                  </c:pt>
                  <c:pt idx="55">
                    <c:v>RT_06</c:v>
                  </c:pt>
                  <c:pt idx="56">
                    <c:v>RT_06</c:v>
                  </c:pt>
                  <c:pt idx="57">
                    <c:v>RT_06</c:v>
                  </c:pt>
                  <c:pt idx="58">
                    <c:v>RT_06</c:v>
                  </c:pt>
                  <c:pt idx="59">
                    <c:v>RT_06</c:v>
                  </c:pt>
                  <c:pt idx="60">
                    <c:v>RT_07</c:v>
                  </c:pt>
                  <c:pt idx="61">
                    <c:v>RT_07</c:v>
                  </c:pt>
                  <c:pt idx="62">
                    <c:v>RT_07</c:v>
                  </c:pt>
                  <c:pt idx="63">
                    <c:v>RT_07</c:v>
                  </c:pt>
                  <c:pt idx="64">
                    <c:v>RT_07</c:v>
                  </c:pt>
                  <c:pt idx="65">
                    <c:v>RT_07</c:v>
                  </c:pt>
                  <c:pt idx="66">
                    <c:v>RT_07</c:v>
                  </c:pt>
                  <c:pt idx="67">
                    <c:v>RT_08</c:v>
                  </c:pt>
                  <c:pt idx="68">
                    <c:v>RT_08</c:v>
                  </c:pt>
                  <c:pt idx="69">
                    <c:v>RT_08</c:v>
                  </c:pt>
                  <c:pt idx="70">
                    <c:v>RT_08</c:v>
                  </c:pt>
                  <c:pt idx="71">
                    <c:v>RT_08</c:v>
                  </c:pt>
                  <c:pt idx="72">
                    <c:v>RT_08</c:v>
                  </c:pt>
                  <c:pt idx="73">
                    <c:v>RT_08</c:v>
                  </c:pt>
                  <c:pt idx="74">
                    <c:v>RT_08</c:v>
                  </c:pt>
                  <c:pt idx="75">
                    <c:v>RT_08</c:v>
                  </c:pt>
                  <c:pt idx="76">
                    <c:v>RT_08</c:v>
                  </c:pt>
                  <c:pt idx="77">
                    <c:v>RT_08</c:v>
                  </c:pt>
                  <c:pt idx="78">
                    <c:v>RT_08</c:v>
                  </c:pt>
                  <c:pt idx="79">
                    <c:v>RT_09</c:v>
                  </c:pt>
                  <c:pt idx="80">
                    <c:v>RT_09</c:v>
                  </c:pt>
                  <c:pt idx="81">
                    <c:v>RT_09</c:v>
                  </c:pt>
                  <c:pt idx="82">
                    <c:v>RT_09</c:v>
                  </c:pt>
                  <c:pt idx="83">
                    <c:v>RT_09</c:v>
                  </c:pt>
                  <c:pt idx="84">
                    <c:v>RT_09</c:v>
                  </c:pt>
                  <c:pt idx="85">
                    <c:v>RT_09</c:v>
                  </c:pt>
                  <c:pt idx="86">
                    <c:v>RT_09</c:v>
                  </c:pt>
                  <c:pt idx="87">
                    <c:v>RT_09</c:v>
                  </c:pt>
                  <c:pt idx="88">
                    <c:v>RT_10</c:v>
                  </c:pt>
                  <c:pt idx="89">
                    <c:v>RT_10</c:v>
                  </c:pt>
                  <c:pt idx="90">
                    <c:v>RT_10</c:v>
                  </c:pt>
                  <c:pt idx="91">
                    <c:v>RT_10</c:v>
                  </c:pt>
                  <c:pt idx="92">
                    <c:v>RT_10</c:v>
                  </c:pt>
                  <c:pt idx="93">
                    <c:v>RT_10</c:v>
                  </c:pt>
                  <c:pt idx="94">
                    <c:v>RT_10</c:v>
                  </c:pt>
                  <c:pt idx="95">
                    <c:v>RT_10</c:v>
                  </c:pt>
                  <c:pt idx="96">
                    <c:v>RT_11</c:v>
                  </c:pt>
                  <c:pt idx="97">
                    <c:v>RT_11</c:v>
                  </c:pt>
                  <c:pt idx="98">
                    <c:v>RT_11</c:v>
                  </c:pt>
                  <c:pt idx="99">
                    <c:v>RT_11</c:v>
                  </c:pt>
                  <c:pt idx="100">
                    <c:v>RT_11</c:v>
                  </c:pt>
                  <c:pt idx="101">
                    <c:v>RT_11</c:v>
                  </c:pt>
                  <c:pt idx="102">
                    <c:v>RT_11</c:v>
                  </c:pt>
                  <c:pt idx="103">
                    <c:v>RT_11</c:v>
                  </c:pt>
                  <c:pt idx="104">
                    <c:v>RT_11</c:v>
                  </c:pt>
                  <c:pt idx="105">
                    <c:v>RT_12</c:v>
                  </c:pt>
                  <c:pt idx="106">
                    <c:v>RT_12</c:v>
                  </c:pt>
                  <c:pt idx="107">
                    <c:v>RT_12</c:v>
                  </c:pt>
                  <c:pt idx="108">
                    <c:v>RT_12</c:v>
                  </c:pt>
                  <c:pt idx="109">
                    <c:v>RT_12</c:v>
                  </c:pt>
                  <c:pt idx="110">
                    <c:v>RT_12</c:v>
                  </c:pt>
                  <c:pt idx="111">
                    <c:v>RT_12</c:v>
                  </c:pt>
                  <c:pt idx="112">
                    <c:v>RT_12</c:v>
                  </c:pt>
                  <c:pt idx="113">
                    <c:v>RT_12</c:v>
                  </c:pt>
                  <c:pt idx="114">
                    <c:v>RT_13</c:v>
                  </c:pt>
                  <c:pt idx="115">
                    <c:v>RT_13</c:v>
                  </c:pt>
                  <c:pt idx="116">
                    <c:v>RT_13</c:v>
                  </c:pt>
                  <c:pt idx="117">
                    <c:v>RT_14</c:v>
                  </c:pt>
                  <c:pt idx="118">
                    <c:v>RT_14</c:v>
                  </c:pt>
                  <c:pt idx="119">
                    <c:v>RT_14</c:v>
                  </c:pt>
                  <c:pt idx="120">
                    <c:v>RT_14</c:v>
                  </c:pt>
                  <c:pt idx="121">
                    <c:v>RT_14</c:v>
                  </c:pt>
                  <c:pt idx="122">
                    <c:v>RT_14</c:v>
                  </c:pt>
                  <c:pt idx="123">
                    <c:v>RT_14</c:v>
                  </c:pt>
                  <c:pt idx="124">
                    <c:v>RT_14</c:v>
                  </c:pt>
                  <c:pt idx="125">
                    <c:v>RT_14</c:v>
                  </c:pt>
                  <c:pt idx="126">
                    <c:v>RT_15</c:v>
                  </c:pt>
                  <c:pt idx="127">
                    <c:v>RT_15</c:v>
                  </c:pt>
                  <c:pt idx="128">
                    <c:v>RT_15</c:v>
                  </c:pt>
                  <c:pt idx="129">
                    <c:v>RT_15</c:v>
                  </c:pt>
                  <c:pt idx="130">
                    <c:v>RT_15</c:v>
                  </c:pt>
                  <c:pt idx="131">
                    <c:v>RT_15</c:v>
                  </c:pt>
                  <c:pt idx="132">
                    <c:v>RT_15</c:v>
                  </c:pt>
                  <c:pt idx="133">
                    <c:v>RT_15</c:v>
                  </c:pt>
                  <c:pt idx="134">
                    <c:v>RT_15</c:v>
                  </c:pt>
                  <c:pt idx="135">
                    <c:v>RT_15</c:v>
                  </c:pt>
                  <c:pt idx="136">
                    <c:v>RT_15</c:v>
                  </c:pt>
                  <c:pt idx="137">
                    <c:v>RT_15</c:v>
                  </c:pt>
                  <c:pt idx="138">
                    <c:v>RT_15</c:v>
                  </c:pt>
                  <c:pt idx="139">
                    <c:v>RT_16</c:v>
                  </c:pt>
                  <c:pt idx="140">
                    <c:v>RT_16</c:v>
                  </c:pt>
                  <c:pt idx="141">
                    <c:v>RT_16</c:v>
                  </c:pt>
                  <c:pt idx="142">
                    <c:v>RT_16</c:v>
                  </c:pt>
                  <c:pt idx="143">
                    <c:v>RT_16</c:v>
                  </c:pt>
                  <c:pt idx="144">
                    <c:v>RT_16</c:v>
                  </c:pt>
                  <c:pt idx="145">
                    <c:v>RT_17</c:v>
                  </c:pt>
                  <c:pt idx="146">
                    <c:v>RT_17</c:v>
                  </c:pt>
                  <c:pt idx="147">
                    <c:v>RT_17</c:v>
                  </c:pt>
                  <c:pt idx="148">
                    <c:v>RT_17</c:v>
                  </c:pt>
                  <c:pt idx="149">
                    <c:v>RT_17</c:v>
                  </c:pt>
                  <c:pt idx="150">
                    <c:v>RT_17</c:v>
                  </c:pt>
                  <c:pt idx="151">
                    <c:v>RT_18</c:v>
                  </c:pt>
                  <c:pt idx="152">
                    <c:v>RT_18</c:v>
                  </c:pt>
                  <c:pt idx="153">
                    <c:v>RT_18</c:v>
                  </c:pt>
                  <c:pt idx="154">
                    <c:v>RT_18</c:v>
                  </c:pt>
                  <c:pt idx="155">
                    <c:v>RT_18</c:v>
                  </c:pt>
                  <c:pt idx="156">
                    <c:v>RT_18</c:v>
                  </c:pt>
                  <c:pt idx="157">
                    <c:v>RT_18</c:v>
                  </c:pt>
                  <c:pt idx="158">
                    <c:v>RT_19</c:v>
                  </c:pt>
                  <c:pt idx="159">
                    <c:v>RT_19</c:v>
                  </c:pt>
                  <c:pt idx="160">
                    <c:v>RT_19</c:v>
                  </c:pt>
                  <c:pt idx="161">
                    <c:v>RT_19</c:v>
                  </c:pt>
                  <c:pt idx="162">
                    <c:v>RT_19</c:v>
                  </c:pt>
                  <c:pt idx="163">
                    <c:v>RT_19</c:v>
                  </c:pt>
                  <c:pt idx="164">
                    <c:v>RT_19</c:v>
                  </c:pt>
                  <c:pt idx="165">
                    <c:v>RT_19</c:v>
                  </c:pt>
                  <c:pt idx="166">
                    <c:v>RT_19</c:v>
                  </c:pt>
                  <c:pt idx="167">
                    <c:v>RT_19</c:v>
                  </c:pt>
                  <c:pt idx="168">
                    <c:v>RT_19</c:v>
                  </c:pt>
                  <c:pt idx="169">
                    <c:v>RT_19</c:v>
                  </c:pt>
                  <c:pt idx="170">
                    <c:v>RT_20</c:v>
                  </c:pt>
                  <c:pt idx="171">
                    <c:v>RT_20</c:v>
                  </c:pt>
                  <c:pt idx="172">
                    <c:v>RT_20</c:v>
                  </c:pt>
                  <c:pt idx="173">
                    <c:v>RT_20</c:v>
                  </c:pt>
                  <c:pt idx="174">
                    <c:v>RT_20</c:v>
                  </c:pt>
                  <c:pt idx="175">
                    <c:v>RT_20</c:v>
                  </c:pt>
                  <c:pt idx="176">
                    <c:v>RT_20</c:v>
                  </c:pt>
                  <c:pt idx="177">
                    <c:v>RT_20</c:v>
                  </c:pt>
                  <c:pt idx="178">
                    <c:v>RT_13</c:v>
                  </c:pt>
                  <c:pt idx="179">
                    <c:v>RT_13</c:v>
                  </c:pt>
                  <c:pt idx="180">
                    <c:v>RT_13</c:v>
                  </c:pt>
                  <c:pt idx="181">
                    <c:v>RT_13</c:v>
                  </c:pt>
                  <c:pt idx="182">
                    <c:v>RT_13</c:v>
                  </c:pt>
                  <c:pt idx="183">
                    <c:v>RT_13</c:v>
                  </c:pt>
                  <c:pt idx="184">
                    <c:v>RT_06</c:v>
                  </c:pt>
                  <c:pt idx="185">
                    <c:v>RT_16</c:v>
                  </c:pt>
                  <c:pt idx="186">
                    <c:v>RT_17</c:v>
                  </c:pt>
                  <c:pt idx="187">
                    <c:v>RT_17</c:v>
                  </c:pt>
                  <c:pt idx="188">
                    <c:v>RT_17</c:v>
                  </c:pt>
                  <c:pt idx="189">
                    <c:v>RT_06</c:v>
                  </c:pt>
                  <c:pt idx="190">
                    <c:v>RT_06</c:v>
                  </c:pt>
                  <c:pt idx="191">
                    <c:v>RT_06</c:v>
                  </c:pt>
                  <c:pt idx="192">
                    <c:v>RT_07</c:v>
                  </c:pt>
                  <c:pt idx="193">
                    <c:v>RT_07</c:v>
                  </c:pt>
                  <c:pt idx="194">
                    <c:v>RT_16</c:v>
                  </c:pt>
                  <c:pt idx="195">
                    <c:v>RT_16</c:v>
                  </c:pt>
                  <c:pt idx="196">
                    <c:v>RT_18</c:v>
                  </c:pt>
                  <c:pt idx="197">
                    <c:v>RT_02</c:v>
                  </c:pt>
                  <c:pt idx="198">
                    <c:v>RT_10</c:v>
                  </c:pt>
                  <c:pt idx="199">
                    <c:v>RT_10</c:v>
                  </c:pt>
                  <c:pt idx="200">
                    <c:v>RT_18</c:v>
                  </c:pt>
                  <c:pt idx="201">
                    <c:v>RT_18</c:v>
                  </c:pt>
                  <c:pt idx="202">
                    <c:v>RT_18</c:v>
                  </c:pt>
                  <c:pt idx="203">
                    <c:v>RT_20</c:v>
                  </c:pt>
                  <c:pt idx="204">
                    <c:v>RT_20</c:v>
                  </c:pt>
                  <c:pt idx="205">
                    <c:v>RT_01</c:v>
                  </c:pt>
                  <c:pt idx="206">
                    <c:v>RT_01</c:v>
                  </c:pt>
                  <c:pt idx="207">
                    <c:v>RT_01</c:v>
                  </c:pt>
                  <c:pt idx="208">
                    <c:v>RT_01</c:v>
                  </c:pt>
                  <c:pt idx="209">
                    <c:v>RT_02</c:v>
                  </c:pt>
                  <c:pt idx="210">
                    <c:v>RT_09</c:v>
                  </c:pt>
                  <c:pt idx="211">
                    <c:v>RT_11</c:v>
                  </c:pt>
                  <c:pt idx="212">
                    <c:v>RT_11</c:v>
                  </c:pt>
                  <c:pt idx="213">
                    <c:v>RT_11</c:v>
                  </c:pt>
                  <c:pt idx="214">
                    <c:v>RT_12</c:v>
                  </c:pt>
                  <c:pt idx="215">
                    <c:v>RT_14</c:v>
                  </c:pt>
                  <c:pt idx="216">
                    <c:v>RT_14</c:v>
                  </c:pt>
                  <c:pt idx="217">
                    <c:v>RT_17</c:v>
                  </c:pt>
                  <c:pt idx="218">
                    <c:v>RT_17</c:v>
                  </c:pt>
                  <c:pt idx="219">
                    <c:v>RT_02</c:v>
                  </c:pt>
                  <c:pt idx="220">
                    <c:v>RT_02</c:v>
                  </c:pt>
                  <c:pt idx="221">
                    <c:v>RT_02</c:v>
                  </c:pt>
                  <c:pt idx="222">
                    <c:v>RT_09</c:v>
                  </c:pt>
                  <c:pt idx="223">
                    <c:v>RT_09</c:v>
                  </c:pt>
                  <c:pt idx="224">
                    <c:v>RT_09</c:v>
                  </c:pt>
                  <c:pt idx="225">
                    <c:v>RT_09</c:v>
                  </c:pt>
                  <c:pt idx="226">
                    <c:v>RT_10</c:v>
                  </c:pt>
                  <c:pt idx="227">
                    <c:v>RT_10</c:v>
                  </c:pt>
                  <c:pt idx="228">
                    <c:v>RT_12</c:v>
                  </c:pt>
                  <c:pt idx="229">
                    <c:v>RT_12</c:v>
                  </c:pt>
                  <c:pt idx="230">
                    <c:v>RT_12</c:v>
                  </c:pt>
                  <c:pt idx="231">
                    <c:v>RT_12</c:v>
                  </c:pt>
                  <c:pt idx="232">
                    <c:v>RT_14</c:v>
                  </c:pt>
                  <c:pt idx="233">
                    <c:v>RT_14</c:v>
                  </c:pt>
                  <c:pt idx="234">
                    <c:v>RT_14</c:v>
                  </c:pt>
                  <c:pt idx="235">
                    <c:v>RT_14</c:v>
                  </c:pt>
                  <c:pt idx="236">
                    <c:v>RT_04</c:v>
                  </c:pt>
                  <c:pt idx="237">
                    <c:v>RT_04</c:v>
                  </c:pt>
                  <c:pt idx="238">
                    <c:v>RT_04</c:v>
                  </c:pt>
                  <c:pt idx="239">
                    <c:v>RT_05</c:v>
                  </c:pt>
                  <c:pt idx="240">
                    <c:v>RT_05</c:v>
                  </c:pt>
                  <c:pt idx="241">
                    <c:v>RT_05</c:v>
                  </c:pt>
                  <c:pt idx="242">
                    <c:v>RT_05</c:v>
                  </c:pt>
                  <c:pt idx="243">
                    <c:v>RT_05</c:v>
                  </c:pt>
                  <c:pt idx="244">
                    <c:v>RT_05</c:v>
                  </c:pt>
                  <c:pt idx="245">
                    <c:v>RT_05</c:v>
                  </c:pt>
                  <c:pt idx="246">
                    <c:v>RT_05</c:v>
                  </c:pt>
                  <c:pt idx="247">
                    <c:v>RT_08</c:v>
                  </c:pt>
                  <c:pt idx="248">
                    <c:v>RT_19</c:v>
                  </c:pt>
                  <c:pt idx="249">
                    <c:v>RT_19</c:v>
                  </c:pt>
                  <c:pt idx="250">
                    <c:v>RT_19</c:v>
                  </c:pt>
                  <c:pt idx="251">
                    <c:v>RT_03</c:v>
                  </c:pt>
                  <c:pt idx="252">
                    <c:v>RT_03</c:v>
                  </c:pt>
                  <c:pt idx="253">
                    <c:v>RT_08</c:v>
                  </c:pt>
                  <c:pt idx="254">
                    <c:v>RT_15</c:v>
                  </c:pt>
                  <c:pt idx="255">
                    <c:v>RT_15</c:v>
                  </c:pt>
                  <c:pt idx="256">
                    <c:v>RT_15</c:v>
                  </c:pt>
                  <c:pt idx="257">
                    <c:v>RT_15</c:v>
                  </c:pt>
                  <c:pt idx="258">
                    <c:v>RT_03</c:v>
                  </c:pt>
                </c:lvl>
                <c:lvl>
                  <c:pt idx="0">
                    <c:v>AG_017</c:v>
                  </c:pt>
                  <c:pt idx="1">
                    <c:v>AG_026</c:v>
                  </c:pt>
                  <c:pt idx="2">
                    <c:v>AG_030</c:v>
                  </c:pt>
                  <c:pt idx="3">
                    <c:v>AG_010</c:v>
                  </c:pt>
                  <c:pt idx="4">
                    <c:v>AG_041</c:v>
                  </c:pt>
                  <c:pt idx="5">
                    <c:v>AG_046</c:v>
                  </c:pt>
                  <c:pt idx="6">
                    <c:v>AG_016</c:v>
                  </c:pt>
                  <c:pt idx="7">
                    <c:v>AG_043</c:v>
                  </c:pt>
                  <c:pt idx="8">
                    <c:v>AG_037</c:v>
                  </c:pt>
                  <c:pt idx="9">
                    <c:v>AG_003</c:v>
                  </c:pt>
                  <c:pt idx="10">
                    <c:v>AG_046</c:v>
                  </c:pt>
                  <c:pt idx="11">
                    <c:v>AG_047</c:v>
                  </c:pt>
                  <c:pt idx="12">
                    <c:v>AG_001</c:v>
                  </c:pt>
                  <c:pt idx="13">
                    <c:v>AG_010</c:v>
                  </c:pt>
                  <c:pt idx="14">
                    <c:v>AG_041</c:v>
                  </c:pt>
                  <c:pt idx="15">
                    <c:v>AG_026</c:v>
                  </c:pt>
                  <c:pt idx="16">
                    <c:v>AG_037</c:v>
                  </c:pt>
                  <c:pt idx="17">
                    <c:v>AG_031</c:v>
                  </c:pt>
                  <c:pt idx="18">
                    <c:v>AG_047</c:v>
                  </c:pt>
                  <c:pt idx="19">
                    <c:v>AG_021</c:v>
                  </c:pt>
                  <c:pt idx="20">
                    <c:v>AG_048</c:v>
                  </c:pt>
                  <c:pt idx="21">
                    <c:v>AG_019</c:v>
                  </c:pt>
                  <c:pt idx="22">
                    <c:v>AG_009</c:v>
                  </c:pt>
                  <c:pt idx="23">
                    <c:v>AG_033</c:v>
                  </c:pt>
                  <c:pt idx="24">
                    <c:v>AG_046</c:v>
                  </c:pt>
                  <c:pt idx="25">
                    <c:v>AG_026</c:v>
                  </c:pt>
                  <c:pt idx="26">
                    <c:v>AG_016</c:v>
                  </c:pt>
                  <c:pt idx="27">
                    <c:v>AG_042</c:v>
                  </c:pt>
                  <c:pt idx="28">
                    <c:v>AG_029</c:v>
                  </c:pt>
                  <c:pt idx="29">
                    <c:v>AG_027</c:v>
                  </c:pt>
                  <c:pt idx="30">
                    <c:v>AG_026</c:v>
                  </c:pt>
                  <c:pt idx="31">
                    <c:v>AG_042</c:v>
                  </c:pt>
                  <c:pt idx="32">
                    <c:v>AG_043</c:v>
                  </c:pt>
                  <c:pt idx="33">
                    <c:v>AG_023</c:v>
                  </c:pt>
                  <c:pt idx="34">
                    <c:v>AG_036</c:v>
                  </c:pt>
                  <c:pt idx="35">
                    <c:v>AG_038</c:v>
                  </c:pt>
                  <c:pt idx="36">
                    <c:v>AG_034</c:v>
                  </c:pt>
                  <c:pt idx="37">
                    <c:v>AG_044</c:v>
                  </c:pt>
                  <c:pt idx="38">
                    <c:v>AG_037</c:v>
                  </c:pt>
                  <c:pt idx="39">
                    <c:v>AG_017</c:v>
                  </c:pt>
                  <c:pt idx="40">
                    <c:v>AG_002</c:v>
                  </c:pt>
                  <c:pt idx="41">
                    <c:v>AG_007</c:v>
                  </c:pt>
                  <c:pt idx="42">
                    <c:v>AG_013</c:v>
                  </c:pt>
                  <c:pt idx="43">
                    <c:v>AG_023</c:v>
                  </c:pt>
                  <c:pt idx="44">
                    <c:v>AG_025</c:v>
                  </c:pt>
                  <c:pt idx="45">
                    <c:v>AG_044</c:v>
                  </c:pt>
                  <c:pt idx="46">
                    <c:v>AG_036</c:v>
                  </c:pt>
                  <c:pt idx="47">
                    <c:v>AG_042</c:v>
                  </c:pt>
                  <c:pt idx="48">
                    <c:v>AG_041</c:v>
                  </c:pt>
                  <c:pt idx="49">
                    <c:v>AG_011</c:v>
                  </c:pt>
                  <c:pt idx="50">
                    <c:v>AG_027</c:v>
                  </c:pt>
                  <c:pt idx="51">
                    <c:v>AG_029</c:v>
                  </c:pt>
                  <c:pt idx="52">
                    <c:v>AG_040</c:v>
                  </c:pt>
                  <c:pt idx="53">
                    <c:v>AG_037</c:v>
                  </c:pt>
                  <c:pt idx="54">
                    <c:v>AG_001</c:v>
                  </c:pt>
                  <c:pt idx="55">
                    <c:v>AG_024</c:v>
                  </c:pt>
                  <c:pt idx="56">
                    <c:v>AG_004</c:v>
                  </c:pt>
                  <c:pt idx="57">
                    <c:v>AG_026</c:v>
                  </c:pt>
                  <c:pt idx="58">
                    <c:v>AG_014</c:v>
                  </c:pt>
                  <c:pt idx="59">
                    <c:v>AG_011</c:v>
                  </c:pt>
                  <c:pt idx="60">
                    <c:v>AG_028</c:v>
                  </c:pt>
                  <c:pt idx="61">
                    <c:v>AG_025</c:v>
                  </c:pt>
                  <c:pt idx="62">
                    <c:v>AG_022</c:v>
                  </c:pt>
                  <c:pt idx="63">
                    <c:v>AG_045</c:v>
                  </c:pt>
                  <c:pt idx="64">
                    <c:v>AG_017</c:v>
                  </c:pt>
                  <c:pt idx="65">
                    <c:v>AG_038</c:v>
                  </c:pt>
                  <c:pt idx="66">
                    <c:v>AG_048</c:v>
                  </c:pt>
                  <c:pt idx="67">
                    <c:v>AG_020</c:v>
                  </c:pt>
                  <c:pt idx="68">
                    <c:v>AG_039</c:v>
                  </c:pt>
                  <c:pt idx="69">
                    <c:v>AG_027</c:v>
                  </c:pt>
                  <c:pt idx="70">
                    <c:v>AG_049</c:v>
                  </c:pt>
                  <c:pt idx="71">
                    <c:v>AG_014</c:v>
                  </c:pt>
                  <c:pt idx="72">
                    <c:v>AG_030</c:v>
                  </c:pt>
                  <c:pt idx="73">
                    <c:v>AG_037</c:v>
                  </c:pt>
                  <c:pt idx="74">
                    <c:v>AG_019</c:v>
                  </c:pt>
                  <c:pt idx="75">
                    <c:v>AG_041</c:v>
                  </c:pt>
                  <c:pt idx="76">
                    <c:v>AG_032</c:v>
                  </c:pt>
                  <c:pt idx="77">
                    <c:v>AG_018</c:v>
                  </c:pt>
                  <c:pt idx="78">
                    <c:v>AG_009</c:v>
                  </c:pt>
                  <c:pt idx="79">
                    <c:v>AG_046</c:v>
                  </c:pt>
                  <c:pt idx="80">
                    <c:v>AG_039</c:v>
                  </c:pt>
                  <c:pt idx="81">
                    <c:v>AG_009</c:v>
                  </c:pt>
                  <c:pt idx="82">
                    <c:v>AG_041</c:v>
                  </c:pt>
                  <c:pt idx="83">
                    <c:v>AG_010</c:v>
                  </c:pt>
                  <c:pt idx="84">
                    <c:v>AG_050</c:v>
                  </c:pt>
                  <c:pt idx="85">
                    <c:v>AG_048</c:v>
                  </c:pt>
                  <c:pt idx="86">
                    <c:v>AG_042</c:v>
                  </c:pt>
                  <c:pt idx="87">
                    <c:v>AG_031</c:v>
                  </c:pt>
                  <c:pt idx="88">
                    <c:v>AG_037</c:v>
                  </c:pt>
                  <c:pt idx="89">
                    <c:v>AG_033</c:v>
                  </c:pt>
                  <c:pt idx="90">
                    <c:v>AG_008</c:v>
                  </c:pt>
                  <c:pt idx="91">
                    <c:v>AG_038</c:v>
                  </c:pt>
                  <c:pt idx="92">
                    <c:v>AG_018</c:v>
                  </c:pt>
                  <c:pt idx="93">
                    <c:v>AG_045</c:v>
                  </c:pt>
                  <c:pt idx="94">
                    <c:v>AG_030</c:v>
                  </c:pt>
                  <c:pt idx="95">
                    <c:v>AG_029</c:v>
                  </c:pt>
                  <c:pt idx="96">
                    <c:v>AG_049</c:v>
                  </c:pt>
                  <c:pt idx="97">
                    <c:v>AG_008</c:v>
                  </c:pt>
                  <c:pt idx="98">
                    <c:v>AG_039</c:v>
                  </c:pt>
                  <c:pt idx="99">
                    <c:v>AG_044</c:v>
                  </c:pt>
                  <c:pt idx="100">
                    <c:v>AG_037</c:v>
                  </c:pt>
                  <c:pt idx="101">
                    <c:v>AG_006</c:v>
                  </c:pt>
                  <c:pt idx="102">
                    <c:v>AG_040</c:v>
                  </c:pt>
                  <c:pt idx="103">
                    <c:v>AG_009</c:v>
                  </c:pt>
                  <c:pt idx="104">
                    <c:v>AG_012</c:v>
                  </c:pt>
                  <c:pt idx="105">
                    <c:v>AG_025</c:v>
                  </c:pt>
                  <c:pt idx="106">
                    <c:v>AG_005</c:v>
                  </c:pt>
                  <c:pt idx="107">
                    <c:v>AG_006</c:v>
                  </c:pt>
                  <c:pt idx="108">
                    <c:v>AG_008</c:v>
                  </c:pt>
                  <c:pt idx="109">
                    <c:v>AG_040</c:v>
                  </c:pt>
                  <c:pt idx="110">
                    <c:v>AG_004</c:v>
                  </c:pt>
                  <c:pt idx="111">
                    <c:v>AG_028</c:v>
                  </c:pt>
                  <c:pt idx="112">
                    <c:v>AG_038</c:v>
                  </c:pt>
                  <c:pt idx="113">
                    <c:v>AG_046</c:v>
                  </c:pt>
                  <c:pt idx="114">
                    <c:v>AG_046</c:v>
                  </c:pt>
                  <c:pt idx="115">
                    <c:v>AG_018</c:v>
                  </c:pt>
                  <c:pt idx="116">
                    <c:v>AG_009</c:v>
                  </c:pt>
                  <c:pt idx="117">
                    <c:v>AG_015</c:v>
                  </c:pt>
                  <c:pt idx="118">
                    <c:v>AG_047</c:v>
                  </c:pt>
                  <c:pt idx="119">
                    <c:v>AG_044</c:v>
                  </c:pt>
                  <c:pt idx="120">
                    <c:v>AG_032</c:v>
                  </c:pt>
                  <c:pt idx="121">
                    <c:v>AG_004</c:v>
                  </c:pt>
                  <c:pt idx="122">
                    <c:v>AG_001</c:v>
                  </c:pt>
                  <c:pt idx="123">
                    <c:v>AG_009</c:v>
                  </c:pt>
                  <c:pt idx="124">
                    <c:v>AG_042</c:v>
                  </c:pt>
                  <c:pt idx="125">
                    <c:v>AG_023</c:v>
                  </c:pt>
                  <c:pt idx="126">
                    <c:v>AG_039</c:v>
                  </c:pt>
                  <c:pt idx="127">
                    <c:v>AG_008</c:v>
                  </c:pt>
                  <c:pt idx="128">
                    <c:v>AG_046</c:v>
                  </c:pt>
                  <c:pt idx="129">
                    <c:v>AG_037</c:v>
                  </c:pt>
                  <c:pt idx="130">
                    <c:v>AG_032</c:v>
                  </c:pt>
                  <c:pt idx="131">
                    <c:v>AG_049</c:v>
                  </c:pt>
                  <c:pt idx="132">
                    <c:v>AG_001</c:v>
                  </c:pt>
                  <c:pt idx="133">
                    <c:v>AG_010</c:v>
                  </c:pt>
                  <c:pt idx="134">
                    <c:v>AG_027</c:v>
                  </c:pt>
                  <c:pt idx="135">
                    <c:v>AG_016</c:v>
                  </c:pt>
                  <c:pt idx="136">
                    <c:v>AG_044</c:v>
                  </c:pt>
                  <c:pt idx="137">
                    <c:v>AG_009</c:v>
                  </c:pt>
                  <c:pt idx="138">
                    <c:v>AG_005</c:v>
                  </c:pt>
                  <c:pt idx="139">
                    <c:v>AG_021</c:v>
                  </c:pt>
                  <c:pt idx="140">
                    <c:v>AG_039</c:v>
                  </c:pt>
                  <c:pt idx="141">
                    <c:v>AG_038</c:v>
                  </c:pt>
                  <c:pt idx="142">
                    <c:v>AG_003</c:v>
                  </c:pt>
                  <c:pt idx="143">
                    <c:v>AG_006</c:v>
                  </c:pt>
                  <c:pt idx="144">
                    <c:v>AG_010</c:v>
                  </c:pt>
                  <c:pt idx="145">
                    <c:v>AG_021</c:v>
                  </c:pt>
                  <c:pt idx="146">
                    <c:v>AG_043</c:v>
                  </c:pt>
                  <c:pt idx="147">
                    <c:v>AG_015</c:v>
                  </c:pt>
                  <c:pt idx="148">
                    <c:v>AG_025</c:v>
                  </c:pt>
                  <c:pt idx="149">
                    <c:v>AG_035</c:v>
                  </c:pt>
                  <c:pt idx="150">
                    <c:v>AG_031</c:v>
                  </c:pt>
                  <c:pt idx="151">
                    <c:v>AG_024</c:v>
                  </c:pt>
                  <c:pt idx="152">
                    <c:v>AG_003</c:v>
                  </c:pt>
                  <c:pt idx="153">
                    <c:v>AG_019</c:v>
                  </c:pt>
                  <c:pt idx="154">
                    <c:v>AG_032</c:v>
                  </c:pt>
                  <c:pt idx="155">
                    <c:v>AG_004</c:v>
                  </c:pt>
                  <c:pt idx="156">
                    <c:v>AG_036</c:v>
                  </c:pt>
                  <c:pt idx="157">
                    <c:v>AG_022</c:v>
                  </c:pt>
                  <c:pt idx="158">
                    <c:v>AG_019</c:v>
                  </c:pt>
                  <c:pt idx="159">
                    <c:v>AG_016</c:v>
                  </c:pt>
                  <c:pt idx="160">
                    <c:v>AG_038</c:v>
                  </c:pt>
                  <c:pt idx="161">
                    <c:v>AG_037</c:v>
                  </c:pt>
                  <c:pt idx="162">
                    <c:v>AG_007</c:v>
                  </c:pt>
                  <c:pt idx="163">
                    <c:v>AG_012</c:v>
                  </c:pt>
                  <c:pt idx="164">
                    <c:v>AG_021</c:v>
                  </c:pt>
                  <c:pt idx="165">
                    <c:v>AG_009</c:v>
                  </c:pt>
                  <c:pt idx="166">
                    <c:v>AG_025</c:v>
                  </c:pt>
                  <c:pt idx="167">
                    <c:v>AG_002</c:v>
                  </c:pt>
                  <c:pt idx="168">
                    <c:v>AG_039</c:v>
                  </c:pt>
                  <c:pt idx="169">
                    <c:v>AG_003</c:v>
                  </c:pt>
                  <c:pt idx="170">
                    <c:v>AG_039</c:v>
                  </c:pt>
                  <c:pt idx="171">
                    <c:v>AG_027</c:v>
                  </c:pt>
                  <c:pt idx="172">
                    <c:v>AG_035</c:v>
                  </c:pt>
                  <c:pt idx="173">
                    <c:v>AG_031</c:v>
                  </c:pt>
                  <c:pt idx="174">
                    <c:v>AG_008</c:v>
                  </c:pt>
                  <c:pt idx="175">
                    <c:v>AG_021</c:v>
                  </c:pt>
                  <c:pt idx="176">
                    <c:v>AG_019</c:v>
                  </c:pt>
                  <c:pt idx="177">
                    <c:v>AG_040</c:v>
                  </c:pt>
                  <c:pt idx="178">
                    <c:v>AG_043</c:v>
                  </c:pt>
                  <c:pt idx="179">
                    <c:v>AG_031</c:v>
                  </c:pt>
                  <c:pt idx="180">
                    <c:v>AG_033</c:v>
                  </c:pt>
                  <c:pt idx="181">
                    <c:v>AG_030</c:v>
                  </c:pt>
                  <c:pt idx="182">
                    <c:v>AG_016</c:v>
                  </c:pt>
                  <c:pt idx="183">
                    <c:v>AG_040</c:v>
                  </c:pt>
                  <c:pt idx="184">
                    <c:v>AG_039</c:v>
                  </c:pt>
                  <c:pt idx="185">
                    <c:v>AG_029</c:v>
                  </c:pt>
                  <c:pt idx="186">
                    <c:v>AG_008</c:v>
                  </c:pt>
                  <c:pt idx="187">
                    <c:v>AG_030</c:v>
                  </c:pt>
                  <c:pt idx="188">
                    <c:v>AG_027</c:v>
                  </c:pt>
                  <c:pt idx="189">
                    <c:v>AG_013</c:v>
                  </c:pt>
                  <c:pt idx="190">
                    <c:v>AG_045</c:v>
                  </c:pt>
                  <c:pt idx="191">
                    <c:v>AG_030</c:v>
                  </c:pt>
                  <c:pt idx="192">
                    <c:v>AG_021</c:v>
                  </c:pt>
                  <c:pt idx="193">
                    <c:v>AG_012</c:v>
                  </c:pt>
                  <c:pt idx="194">
                    <c:v>AG_011</c:v>
                  </c:pt>
                  <c:pt idx="195">
                    <c:v>AG_034</c:v>
                  </c:pt>
                  <c:pt idx="196">
                    <c:v>AG_046</c:v>
                  </c:pt>
                  <c:pt idx="197">
                    <c:v>AG_043</c:v>
                  </c:pt>
                  <c:pt idx="198">
                    <c:v>AG_023</c:v>
                  </c:pt>
                  <c:pt idx="199">
                    <c:v>AG_043</c:v>
                  </c:pt>
                  <c:pt idx="200">
                    <c:v>AG_048</c:v>
                  </c:pt>
                  <c:pt idx="201">
                    <c:v>AG_043</c:v>
                  </c:pt>
                  <c:pt idx="202">
                    <c:v>AG_027</c:v>
                  </c:pt>
                  <c:pt idx="203">
                    <c:v>AG_010</c:v>
                  </c:pt>
                  <c:pt idx="204">
                    <c:v>AG_033</c:v>
                  </c:pt>
                  <c:pt idx="205">
                    <c:v>AG_014</c:v>
                  </c:pt>
                  <c:pt idx="206">
                    <c:v>AG_012</c:v>
                  </c:pt>
                  <c:pt idx="207">
                    <c:v>AG_018</c:v>
                  </c:pt>
                  <c:pt idx="208">
                    <c:v>AG_019</c:v>
                  </c:pt>
                  <c:pt idx="209">
                    <c:v>AG_019</c:v>
                  </c:pt>
                  <c:pt idx="210">
                    <c:v>AG_036</c:v>
                  </c:pt>
                  <c:pt idx="211">
                    <c:v>AG_019</c:v>
                  </c:pt>
                  <c:pt idx="212">
                    <c:v>AG_021</c:v>
                  </c:pt>
                  <c:pt idx="213">
                    <c:v>AG_001</c:v>
                  </c:pt>
                  <c:pt idx="214">
                    <c:v>AG_044</c:v>
                  </c:pt>
                  <c:pt idx="215">
                    <c:v>AG_038</c:v>
                  </c:pt>
                  <c:pt idx="216">
                    <c:v>AG_036</c:v>
                  </c:pt>
                  <c:pt idx="217">
                    <c:v>AG_039</c:v>
                  </c:pt>
                  <c:pt idx="218">
                    <c:v>AG_009</c:v>
                  </c:pt>
                  <c:pt idx="219">
                    <c:v>AG_029</c:v>
                  </c:pt>
                  <c:pt idx="220">
                    <c:v>AG_027</c:v>
                  </c:pt>
                  <c:pt idx="221">
                    <c:v>AG_016</c:v>
                  </c:pt>
                  <c:pt idx="222">
                    <c:v>AG_021</c:v>
                  </c:pt>
                  <c:pt idx="223">
                    <c:v>AG_027</c:v>
                  </c:pt>
                  <c:pt idx="224">
                    <c:v>AG_011</c:v>
                  </c:pt>
                  <c:pt idx="225">
                    <c:v>AG_001</c:v>
                  </c:pt>
                  <c:pt idx="226">
                    <c:v>AG_017</c:v>
                  </c:pt>
                  <c:pt idx="227">
                    <c:v>AG_036</c:v>
                  </c:pt>
                  <c:pt idx="228">
                    <c:v>AG_047</c:v>
                  </c:pt>
                  <c:pt idx="229">
                    <c:v>AG_020</c:v>
                  </c:pt>
                  <c:pt idx="230">
                    <c:v>AG_015</c:v>
                  </c:pt>
                  <c:pt idx="231">
                    <c:v>AG_034</c:v>
                  </c:pt>
                  <c:pt idx="232">
                    <c:v>AG_008</c:v>
                  </c:pt>
                  <c:pt idx="233">
                    <c:v>AG_041</c:v>
                  </c:pt>
                  <c:pt idx="234">
                    <c:v>AG_025</c:v>
                  </c:pt>
                  <c:pt idx="235">
                    <c:v>AG_007</c:v>
                  </c:pt>
                  <c:pt idx="236">
                    <c:v>AG_045</c:v>
                  </c:pt>
                  <c:pt idx="237">
                    <c:v>AG_004</c:v>
                  </c:pt>
                  <c:pt idx="238">
                    <c:v>AG_030</c:v>
                  </c:pt>
                  <c:pt idx="239">
                    <c:v>AG_002</c:v>
                  </c:pt>
                  <c:pt idx="240">
                    <c:v>AG_019</c:v>
                  </c:pt>
                  <c:pt idx="241">
                    <c:v>AG_028</c:v>
                  </c:pt>
                  <c:pt idx="242">
                    <c:v>AG_009</c:v>
                  </c:pt>
                  <c:pt idx="243">
                    <c:v>AG_010</c:v>
                  </c:pt>
                  <c:pt idx="244">
                    <c:v>AG_033</c:v>
                  </c:pt>
                  <c:pt idx="245">
                    <c:v>AG_043</c:v>
                  </c:pt>
                  <c:pt idx="246">
                    <c:v>AG_017</c:v>
                  </c:pt>
                  <c:pt idx="247">
                    <c:v>AG_048</c:v>
                  </c:pt>
                  <c:pt idx="248">
                    <c:v>AG_047</c:v>
                  </c:pt>
                  <c:pt idx="249">
                    <c:v>AG_022</c:v>
                  </c:pt>
                  <c:pt idx="250">
                    <c:v>AG_020</c:v>
                  </c:pt>
                  <c:pt idx="251">
                    <c:v>AG_034</c:v>
                  </c:pt>
                  <c:pt idx="252">
                    <c:v>AG_043</c:v>
                  </c:pt>
                  <c:pt idx="253">
                    <c:v>AG_035</c:v>
                  </c:pt>
                  <c:pt idx="254">
                    <c:v>AG_045</c:v>
                  </c:pt>
                  <c:pt idx="255">
                    <c:v>AG_003</c:v>
                  </c:pt>
                  <c:pt idx="256">
                    <c:v>AG_012</c:v>
                  </c:pt>
                  <c:pt idx="257">
                    <c:v>AG_011</c:v>
                  </c:pt>
                  <c:pt idx="258">
                    <c:v>AG_025</c:v>
                  </c:pt>
                </c:lvl>
              </c:multiLvlStrCache>
            </c:multiLvlStrRef>
          </c:cat>
          <c:val>
            <c:numRef>
              <c:f>Sheet4!$D$2:$D$260</c:f>
              <c:numCache>
                <c:formatCode>General</c:formatCode>
                <c:ptCount val="259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4</c:v>
                </c:pt>
                <c:pt idx="179">
                  <c:v>4</c:v>
                </c:pt>
                <c:pt idx="180">
                  <c:v>6</c:v>
                </c:pt>
                <c:pt idx="181">
                  <c:v>6</c:v>
                </c:pt>
                <c:pt idx="182">
                  <c:v>6</c:v>
                </c:pt>
                <c:pt idx="183">
                  <c:v>6</c:v>
                </c:pt>
                <c:pt idx="184">
                  <c:v>7</c:v>
                </c:pt>
                <c:pt idx="185">
                  <c:v>7</c:v>
                </c:pt>
                <c:pt idx="186">
                  <c:v>7</c:v>
                </c:pt>
                <c:pt idx="187">
                  <c:v>7</c:v>
                </c:pt>
                <c:pt idx="188">
                  <c:v>7</c:v>
                </c:pt>
                <c:pt idx="189">
                  <c:v>8</c:v>
                </c:pt>
                <c:pt idx="190">
                  <c:v>8</c:v>
                </c:pt>
                <c:pt idx="191">
                  <c:v>8</c:v>
                </c:pt>
                <c:pt idx="192">
                  <c:v>8</c:v>
                </c:pt>
                <c:pt idx="193">
                  <c:v>8</c:v>
                </c:pt>
                <c:pt idx="194">
                  <c:v>8</c:v>
                </c:pt>
                <c:pt idx="195">
                  <c:v>8</c:v>
                </c:pt>
                <c:pt idx="196">
                  <c:v>8</c:v>
                </c:pt>
                <c:pt idx="197">
                  <c:v>9</c:v>
                </c:pt>
                <c:pt idx="198">
                  <c:v>9</c:v>
                </c:pt>
                <c:pt idx="199">
                  <c:v>9</c:v>
                </c:pt>
                <c:pt idx="200">
                  <c:v>9</c:v>
                </c:pt>
                <c:pt idx="201">
                  <c:v>9</c:v>
                </c:pt>
                <c:pt idx="202">
                  <c:v>9</c:v>
                </c:pt>
                <c:pt idx="203">
                  <c:v>9</c:v>
                </c:pt>
                <c:pt idx="204">
                  <c:v>9</c:v>
                </c:pt>
                <c:pt idx="205">
                  <c:v>10</c:v>
                </c:pt>
                <c:pt idx="206">
                  <c:v>10</c:v>
                </c:pt>
                <c:pt idx="207">
                  <c:v>10</c:v>
                </c:pt>
                <c:pt idx="208">
                  <c:v>10</c:v>
                </c:pt>
                <c:pt idx="209">
                  <c:v>10</c:v>
                </c:pt>
                <c:pt idx="210">
                  <c:v>10</c:v>
                </c:pt>
                <c:pt idx="211">
                  <c:v>10</c:v>
                </c:pt>
                <c:pt idx="212">
                  <c:v>10</c:v>
                </c:pt>
                <c:pt idx="213">
                  <c:v>10</c:v>
                </c:pt>
                <c:pt idx="214">
                  <c:v>10</c:v>
                </c:pt>
                <c:pt idx="215">
                  <c:v>10</c:v>
                </c:pt>
                <c:pt idx="216">
                  <c:v>10</c:v>
                </c:pt>
                <c:pt idx="217">
                  <c:v>10</c:v>
                </c:pt>
                <c:pt idx="218">
                  <c:v>10</c:v>
                </c:pt>
                <c:pt idx="219">
                  <c:v>11</c:v>
                </c:pt>
                <c:pt idx="220">
                  <c:v>11</c:v>
                </c:pt>
                <c:pt idx="221">
                  <c:v>11</c:v>
                </c:pt>
                <c:pt idx="222">
                  <c:v>11</c:v>
                </c:pt>
                <c:pt idx="223">
                  <c:v>11</c:v>
                </c:pt>
                <c:pt idx="224">
                  <c:v>11</c:v>
                </c:pt>
                <c:pt idx="225">
                  <c:v>11</c:v>
                </c:pt>
                <c:pt idx="226">
                  <c:v>11</c:v>
                </c:pt>
                <c:pt idx="227">
                  <c:v>11</c:v>
                </c:pt>
                <c:pt idx="228">
                  <c:v>11</c:v>
                </c:pt>
                <c:pt idx="229">
                  <c:v>12</c:v>
                </c:pt>
                <c:pt idx="230">
                  <c:v>12</c:v>
                </c:pt>
                <c:pt idx="231">
                  <c:v>12</c:v>
                </c:pt>
                <c:pt idx="232">
                  <c:v>12</c:v>
                </c:pt>
                <c:pt idx="233">
                  <c:v>12</c:v>
                </c:pt>
                <c:pt idx="234">
                  <c:v>12</c:v>
                </c:pt>
                <c:pt idx="235">
                  <c:v>12</c:v>
                </c:pt>
                <c:pt idx="236">
                  <c:v>13</c:v>
                </c:pt>
                <c:pt idx="237">
                  <c:v>13</c:v>
                </c:pt>
                <c:pt idx="238">
                  <c:v>13</c:v>
                </c:pt>
                <c:pt idx="239">
                  <c:v>13</c:v>
                </c:pt>
                <c:pt idx="240">
                  <c:v>13</c:v>
                </c:pt>
                <c:pt idx="241">
                  <c:v>13</c:v>
                </c:pt>
                <c:pt idx="242">
                  <c:v>13</c:v>
                </c:pt>
                <c:pt idx="243">
                  <c:v>13</c:v>
                </c:pt>
                <c:pt idx="244">
                  <c:v>13</c:v>
                </c:pt>
                <c:pt idx="245">
                  <c:v>13</c:v>
                </c:pt>
                <c:pt idx="246">
                  <c:v>13</c:v>
                </c:pt>
                <c:pt idx="247">
                  <c:v>13</c:v>
                </c:pt>
                <c:pt idx="248">
                  <c:v>13</c:v>
                </c:pt>
                <c:pt idx="249">
                  <c:v>13</c:v>
                </c:pt>
                <c:pt idx="250">
                  <c:v>13</c:v>
                </c:pt>
                <c:pt idx="251">
                  <c:v>14</c:v>
                </c:pt>
                <c:pt idx="252">
                  <c:v>14</c:v>
                </c:pt>
                <c:pt idx="253">
                  <c:v>14</c:v>
                </c:pt>
                <c:pt idx="254">
                  <c:v>14</c:v>
                </c:pt>
                <c:pt idx="255">
                  <c:v>14</c:v>
                </c:pt>
                <c:pt idx="256">
                  <c:v>14</c:v>
                </c:pt>
                <c:pt idx="257">
                  <c:v>14</c:v>
                </c:pt>
                <c:pt idx="258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AB-40D4-A90C-E5850B2B47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3511280"/>
        <c:axId val="203528080"/>
      </c:lineChart>
      <c:catAx>
        <c:axId val="203511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528080"/>
        <c:crosses val="autoZero"/>
        <c:auto val="1"/>
        <c:lblAlgn val="ctr"/>
        <c:lblOffset val="100"/>
        <c:noMultiLvlLbl val="0"/>
      </c:catAx>
      <c:valAx>
        <c:axId val="203528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511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Sheet5!$B$1</c:f>
              <c:strCache>
                <c:ptCount val="1"/>
                <c:pt idx="0">
                  <c:v>ONTIME_PERCENTAGE</c:v>
                </c:pt>
              </c:strCache>
            </c:strRef>
          </c:tx>
          <c:spPr>
            <a:ln w="34925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1"/>
              </a:outerShdw>
            </a:effectLst>
          </c:spPr>
          <c:marker>
            <c:symbol val="none"/>
          </c:marker>
          <c:cat>
            <c:strRef>
              <c:f>Sheet5!$A$2:$A$31</c:f>
              <c:strCache>
                <c:ptCount val="30"/>
                <c:pt idx="0">
                  <c:v>AG_033</c:v>
                </c:pt>
                <c:pt idx="1">
                  <c:v>AG_001</c:v>
                </c:pt>
                <c:pt idx="2">
                  <c:v>AG_028</c:v>
                </c:pt>
                <c:pt idx="3">
                  <c:v>AG_013</c:v>
                </c:pt>
                <c:pt idx="4">
                  <c:v>AG_020</c:v>
                </c:pt>
                <c:pt idx="5">
                  <c:v>AG_002</c:v>
                </c:pt>
                <c:pt idx="6">
                  <c:v>AG_027</c:v>
                </c:pt>
                <c:pt idx="7">
                  <c:v>AG_016</c:v>
                </c:pt>
                <c:pt idx="8">
                  <c:v>AG_015</c:v>
                </c:pt>
                <c:pt idx="9">
                  <c:v>AG_036</c:v>
                </c:pt>
                <c:pt idx="10">
                  <c:v>AG_025</c:v>
                </c:pt>
                <c:pt idx="11">
                  <c:v>AG_048</c:v>
                </c:pt>
                <c:pt idx="12">
                  <c:v>AG_018</c:v>
                </c:pt>
                <c:pt idx="13">
                  <c:v>AG_030</c:v>
                </c:pt>
                <c:pt idx="14">
                  <c:v>AG_045</c:v>
                </c:pt>
                <c:pt idx="15">
                  <c:v>AG_035</c:v>
                </c:pt>
                <c:pt idx="16">
                  <c:v>AG_021</c:v>
                </c:pt>
                <c:pt idx="17">
                  <c:v>AG_029</c:v>
                </c:pt>
                <c:pt idx="18">
                  <c:v>AG_043</c:v>
                </c:pt>
                <c:pt idx="19">
                  <c:v>AG_022</c:v>
                </c:pt>
                <c:pt idx="20">
                  <c:v>AG_019</c:v>
                </c:pt>
                <c:pt idx="21">
                  <c:v>AG_010</c:v>
                </c:pt>
                <c:pt idx="22">
                  <c:v>AG_017</c:v>
                </c:pt>
                <c:pt idx="23">
                  <c:v>AG_034</c:v>
                </c:pt>
                <c:pt idx="24">
                  <c:v>AG_011</c:v>
                </c:pt>
                <c:pt idx="25">
                  <c:v>AG_047</c:v>
                </c:pt>
                <c:pt idx="26">
                  <c:v>AG_008</c:v>
                </c:pt>
                <c:pt idx="27">
                  <c:v>AG_007</c:v>
                </c:pt>
                <c:pt idx="28">
                  <c:v>AG_012</c:v>
                </c:pt>
                <c:pt idx="29">
                  <c:v>AG_014</c:v>
                </c:pt>
              </c:strCache>
            </c:strRef>
          </c:cat>
          <c:val>
            <c:numRef>
              <c:f>Sheet5!$B$2:$B$31</c:f>
              <c:numCache>
                <c:formatCode>General</c:formatCode>
                <c:ptCount val="30"/>
                <c:pt idx="0">
                  <c:v>50</c:v>
                </c:pt>
                <c:pt idx="1">
                  <c:v>66.67</c:v>
                </c:pt>
                <c:pt idx="2">
                  <c:v>75</c:v>
                </c:pt>
                <c:pt idx="3">
                  <c:v>50</c:v>
                </c:pt>
                <c:pt idx="4">
                  <c:v>33.33</c:v>
                </c:pt>
                <c:pt idx="5">
                  <c:v>66.67</c:v>
                </c:pt>
                <c:pt idx="6">
                  <c:v>60</c:v>
                </c:pt>
                <c:pt idx="7">
                  <c:v>71.430000000000007</c:v>
                </c:pt>
                <c:pt idx="8">
                  <c:v>66.67</c:v>
                </c:pt>
                <c:pt idx="9">
                  <c:v>62.5</c:v>
                </c:pt>
                <c:pt idx="10">
                  <c:v>75</c:v>
                </c:pt>
                <c:pt idx="11">
                  <c:v>66.67</c:v>
                </c:pt>
                <c:pt idx="12">
                  <c:v>75</c:v>
                </c:pt>
                <c:pt idx="13">
                  <c:v>60</c:v>
                </c:pt>
                <c:pt idx="14">
                  <c:v>57.14</c:v>
                </c:pt>
                <c:pt idx="15">
                  <c:v>50</c:v>
                </c:pt>
                <c:pt idx="16">
                  <c:v>62.5</c:v>
                </c:pt>
                <c:pt idx="17">
                  <c:v>66.67</c:v>
                </c:pt>
                <c:pt idx="18">
                  <c:v>57.14</c:v>
                </c:pt>
                <c:pt idx="19">
                  <c:v>66.67</c:v>
                </c:pt>
                <c:pt idx="20">
                  <c:v>63.64</c:v>
                </c:pt>
                <c:pt idx="21">
                  <c:v>71.430000000000007</c:v>
                </c:pt>
                <c:pt idx="22">
                  <c:v>60</c:v>
                </c:pt>
                <c:pt idx="23">
                  <c:v>40</c:v>
                </c:pt>
                <c:pt idx="24">
                  <c:v>40</c:v>
                </c:pt>
                <c:pt idx="25">
                  <c:v>66.67</c:v>
                </c:pt>
                <c:pt idx="26">
                  <c:v>75</c:v>
                </c:pt>
                <c:pt idx="27">
                  <c:v>66.67</c:v>
                </c:pt>
                <c:pt idx="28">
                  <c:v>40</c:v>
                </c:pt>
                <c:pt idx="29">
                  <c:v>66.67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0B-4F66-A6C0-CEDD03CDE7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smooth val="0"/>
        <c:axId val="203530000"/>
        <c:axId val="203530480"/>
      </c:lineChart>
      <c:catAx>
        <c:axId val="203530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530480"/>
        <c:crosses val="autoZero"/>
        <c:auto val="1"/>
        <c:lblAlgn val="ctr"/>
        <c:lblOffset val="100"/>
        <c:noMultiLvlLbl val="0"/>
      </c:catAx>
      <c:valAx>
        <c:axId val="2035304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530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Sheet6!$B$1</c:f>
              <c:strCache>
                <c:ptCount val="1"/>
                <c:pt idx="0">
                  <c:v>DELAYED_COUNT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Sheet6!$A$2:$A$120</c:f>
              <c:strCache>
                <c:ptCount val="119"/>
                <c:pt idx="0">
                  <c:v>FLP-ORD-0126</c:v>
                </c:pt>
                <c:pt idx="1">
                  <c:v>FLP-ORD-0212</c:v>
                </c:pt>
                <c:pt idx="2">
                  <c:v>FLP-ORD-0152</c:v>
                </c:pt>
                <c:pt idx="3">
                  <c:v>FLP-ORD-0048</c:v>
                </c:pt>
                <c:pt idx="4">
                  <c:v>FLP-ORD-0204</c:v>
                </c:pt>
                <c:pt idx="5">
                  <c:v>FLP-ORD-0103</c:v>
                </c:pt>
                <c:pt idx="6">
                  <c:v>FLP-ORD-0237</c:v>
                </c:pt>
                <c:pt idx="7">
                  <c:v>FLP-ORD-0179</c:v>
                </c:pt>
                <c:pt idx="8">
                  <c:v>FLP-ORD-0153</c:v>
                </c:pt>
                <c:pt idx="9">
                  <c:v>FLP-ORD-0220</c:v>
                </c:pt>
                <c:pt idx="10">
                  <c:v>FLP-ORD-0292</c:v>
                </c:pt>
                <c:pt idx="11">
                  <c:v>FLP-ORD-0025</c:v>
                </c:pt>
                <c:pt idx="12">
                  <c:v>FLP-ORD-0043</c:v>
                </c:pt>
                <c:pt idx="13">
                  <c:v>FLP-ORD-0014</c:v>
                </c:pt>
                <c:pt idx="14">
                  <c:v>FLP-ORD-0123</c:v>
                </c:pt>
                <c:pt idx="15">
                  <c:v>FLP-ORD-0291</c:v>
                </c:pt>
                <c:pt idx="16">
                  <c:v>FLP-ORD-0253</c:v>
                </c:pt>
                <c:pt idx="17">
                  <c:v>FLP-ORD-0172</c:v>
                </c:pt>
                <c:pt idx="18">
                  <c:v>FLP-ORD-0246</c:v>
                </c:pt>
                <c:pt idx="19">
                  <c:v>FLP-ORD-0020</c:v>
                </c:pt>
                <c:pt idx="20">
                  <c:v>FLP-ORD-0192</c:v>
                </c:pt>
                <c:pt idx="21">
                  <c:v>FLP-ORD-0207</c:v>
                </c:pt>
                <c:pt idx="22">
                  <c:v>FLP-ORD-0093</c:v>
                </c:pt>
                <c:pt idx="23">
                  <c:v>FLP-ORD-0056</c:v>
                </c:pt>
                <c:pt idx="24">
                  <c:v>FLP-ORD-0247</c:v>
                </c:pt>
                <c:pt idx="25">
                  <c:v>FLP-ORD-0294</c:v>
                </c:pt>
                <c:pt idx="26">
                  <c:v>FLP-ORD-0187</c:v>
                </c:pt>
                <c:pt idx="27">
                  <c:v>FLP-ORD-0259</c:v>
                </c:pt>
                <c:pt idx="28">
                  <c:v>FLP-ORD-0274</c:v>
                </c:pt>
                <c:pt idx="29">
                  <c:v>FLP-ORD-0101</c:v>
                </c:pt>
                <c:pt idx="30">
                  <c:v>FLP-ORD-0080</c:v>
                </c:pt>
                <c:pt idx="31">
                  <c:v>FLP-ORD-0170</c:v>
                </c:pt>
                <c:pt idx="32">
                  <c:v>FLP-ORD-0288</c:v>
                </c:pt>
                <c:pt idx="33">
                  <c:v>FLP-ORD-0185</c:v>
                </c:pt>
                <c:pt idx="34">
                  <c:v>FLP-ORD-0004</c:v>
                </c:pt>
                <c:pt idx="35">
                  <c:v>FLP-ORD-0265</c:v>
                </c:pt>
                <c:pt idx="36">
                  <c:v>FLP-ORD-0186</c:v>
                </c:pt>
                <c:pt idx="37">
                  <c:v>FLP-ORD-0273</c:v>
                </c:pt>
                <c:pt idx="38">
                  <c:v>FLP-ORD-0078</c:v>
                </c:pt>
                <c:pt idx="39">
                  <c:v>FLP-ORD-0129</c:v>
                </c:pt>
                <c:pt idx="40">
                  <c:v>FLP-ORD-0087</c:v>
                </c:pt>
                <c:pt idx="41">
                  <c:v>FLP-ORD-0058</c:v>
                </c:pt>
                <c:pt idx="42">
                  <c:v>FLP-ORD-0165</c:v>
                </c:pt>
                <c:pt idx="43">
                  <c:v>FLP-ORD-0195</c:v>
                </c:pt>
                <c:pt idx="44">
                  <c:v>FLP-ORD-0072</c:v>
                </c:pt>
                <c:pt idx="45">
                  <c:v>FLP-ORD-0022</c:v>
                </c:pt>
                <c:pt idx="46">
                  <c:v>FLP-ORD-0174</c:v>
                </c:pt>
                <c:pt idx="47">
                  <c:v>FLP-ORD-0143</c:v>
                </c:pt>
                <c:pt idx="48">
                  <c:v>FLP-ORD-0250</c:v>
                </c:pt>
                <c:pt idx="49">
                  <c:v>FLP-ORD-0293</c:v>
                </c:pt>
                <c:pt idx="50">
                  <c:v>FLP-ORD-0163</c:v>
                </c:pt>
                <c:pt idx="51">
                  <c:v>FLP-ORD-0074</c:v>
                </c:pt>
                <c:pt idx="52">
                  <c:v>FLP-ORD-0134</c:v>
                </c:pt>
                <c:pt idx="53">
                  <c:v>FLP-ORD-0241</c:v>
                </c:pt>
                <c:pt idx="54">
                  <c:v>FLP-ORD-0079</c:v>
                </c:pt>
                <c:pt idx="55">
                  <c:v>FLP-ORD-0286</c:v>
                </c:pt>
                <c:pt idx="56">
                  <c:v>FLP-ORD-0125</c:v>
                </c:pt>
                <c:pt idx="57">
                  <c:v>FLP-ORD-0023</c:v>
                </c:pt>
                <c:pt idx="58">
                  <c:v>FLP-ORD-0231</c:v>
                </c:pt>
                <c:pt idx="59">
                  <c:v>FLP-ORD-0225</c:v>
                </c:pt>
                <c:pt idx="60">
                  <c:v>FLP-ORD-0150</c:v>
                </c:pt>
                <c:pt idx="61">
                  <c:v>FLP-ORD-0120</c:v>
                </c:pt>
                <c:pt idx="62">
                  <c:v>FLP-ORD-0176</c:v>
                </c:pt>
                <c:pt idx="63">
                  <c:v>FLP-ORD-0037</c:v>
                </c:pt>
                <c:pt idx="64">
                  <c:v>FLP-ORD-0191</c:v>
                </c:pt>
                <c:pt idx="65">
                  <c:v>FLP-ORD-0209</c:v>
                </c:pt>
                <c:pt idx="66">
                  <c:v>FLP-ORD-0219</c:v>
                </c:pt>
                <c:pt idx="67">
                  <c:v>FLP-ORD-0018</c:v>
                </c:pt>
                <c:pt idx="68">
                  <c:v>FLP-ORD-0224</c:v>
                </c:pt>
                <c:pt idx="69">
                  <c:v>FLP-ORD-0086</c:v>
                </c:pt>
                <c:pt idx="70">
                  <c:v>FLP-ORD-0243</c:v>
                </c:pt>
                <c:pt idx="71">
                  <c:v>FLP-ORD-0052</c:v>
                </c:pt>
                <c:pt idx="72">
                  <c:v>FLP-ORD-0133</c:v>
                </c:pt>
                <c:pt idx="73">
                  <c:v>FLP-ORD-0184</c:v>
                </c:pt>
                <c:pt idx="74">
                  <c:v>FLP-ORD-0158</c:v>
                </c:pt>
                <c:pt idx="75">
                  <c:v>FLP-ORD-0281</c:v>
                </c:pt>
                <c:pt idx="76">
                  <c:v>FLP-ORD-0055</c:v>
                </c:pt>
                <c:pt idx="77">
                  <c:v>FLP-ORD-0104</c:v>
                </c:pt>
                <c:pt idx="78">
                  <c:v>FLP-ORD-0049</c:v>
                </c:pt>
                <c:pt idx="79">
                  <c:v>FLP-ORD-0073</c:v>
                </c:pt>
                <c:pt idx="80">
                  <c:v>FLP-ORD-0121</c:v>
                </c:pt>
                <c:pt idx="81">
                  <c:v>FLP-ORD-0149</c:v>
                </c:pt>
                <c:pt idx="82">
                  <c:v>FLP-ORD-0266</c:v>
                </c:pt>
                <c:pt idx="83">
                  <c:v>FLP-ORD-0045</c:v>
                </c:pt>
                <c:pt idx="84">
                  <c:v>FLP-ORD-0159</c:v>
                </c:pt>
                <c:pt idx="85">
                  <c:v>FLP-ORD-0190</c:v>
                </c:pt>
                <c:pt idx="86">
                  <c:v>FLP-ORD-0221</c:v>
                </c:pt>
                <c:pt idx="87">
                  <c:v>FLP-ORD-0041</c:v>
                </c:pt>
                <c:pt idx="88">
                  <c:v>FLP-ORD-0155</c:v>
                </c:pt>
                <c:pt idx="89">
                  <c:v>FLP-ORD-0203</c:v>
                </c:pt>
                <c:pt idx="90">
                  <c:v>FLP-ORD-0070</c:v>
                </c:pt>
                <c:pt idx="91">
                  <c:v>FLP-ORD-0217</c:v>
                </c:pt>
                <c:pt idx="92">
                  <c:v>FLP-ORD-0068</c:v>
                </c:pt>
                <c:pt idx="93">
                  <c:v>FLP-ORD-0069</c:v>
                </c:pt>
                <c:pt idx="94">
                  <c:v>FLP-ORD-0029</c:v>
                </c:pt>
                <c:pt idx="95">
                  <c:v>FLP-ORD-0102</c:v>
                </c:pt>
                <c:pt idx="96">
                  <c:v>FLP-ORD-0282</c:v>
                </c:pt>
                <c:pt idx="97">
                  <c:v>FLP-ORD-0267</c:v>
                </c:pt>
                <c:pt idx="98">
                  <c:v>FLP-ORD-0141</c:v>
                </c:pt>
                <c:pt idx="99">
                  <c:v>FLP-ORD-0033</c:v>
                </c:pt>
                <c:pt idx="100">
                  <c:v>FLP-ORD-0287</c:v>
                </c:pt>
                <c:pt idx="101">
                  <c:v>FLP-ORD-0213</c:v>
                </c:pt>
                <c:pt idx="102">
                  <c:v>FLP-ORD-0040</c:v>
                </c:pt>
                <c:pt idx="103">
                  <c:v>FLP-ORD-0088</c:v>
                </c:pt>
                <c:pt idx="104">
                  <c:v>FLP-ORD-0298</c:v>
                </c:pt>
                <c:pt idx="105">
                  <c:v>FLP-ORD-0227</c:v>
                </c:pt>
                <c:pt idx="106">
                  <c:v>FLP-ORD-0146</c:v>
                </c:pt>
                <c:pt idx="107">
                  <c:v>FLP-ORD-0148</c:v>
                </c:pt>
                <c:pt idx="108">
                  <c:v>FLP-ORD-0009</c:v>
                </c:pt>
                <c:pt idx="109">
                  <c:v>FLP-ORD-0026</c:v>
                </c:pt>
                <c:pt idx="110">
                  <c:v>FLP-ORD-0177</c:v>
                </c:pt>
                <c:pt idx="111">
                  <c:v>FLP-ORD-0067</c:v>
                </c:pt>
                <c:pt idx="112">
                  <c:v>FLP-ORD-0075</c:v>
                </c:pt>
                <c:pt idx="113">
                  <c:v>FLP-ORD-0061</c:v>
                </c:pt>
                <c:pt idx="114">
                  <c:v>FLP-ORD-0114</c:v>
                </c:pt>
                <c:pt idx="115">
                  <c:v>FLP-ORD-0251</c:v>
                </c:pt>
                <c:pt idx="116">
                  <c:v>FLP-ORD-0128</c:v>
                </c:pt>
                <c:pt idx="117">
                  <c:v>FLP-ORD-0229</c:v>
                </c:pt>
                <c:pt idx="118">
                  <c:v>FLP-ORD-0202</c:v>
                </c:pt>
              </c:strCache>
            </c:strRef>
          </c:cat>
          <c:val>
            <c:numRef>
              <c:f>Sheet6!$B$2:$B$120</c:f>
              <c:numCache>
                <c:formatCode>General</c:formatCode>
                <c:ptCount val="119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  <c:pt idx="23">
                  <c:v>3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4</c:v>
                </c:pt>
                <c:pt idx="52">
                  <c:v>4</c:v>
                </c:pt>
                <c:pt idx="53">
                  <c:v>4</c:v>
                </c:pt>
                <c:pt idx="54">
                  <c:v>4</c:v>
                </c:pt>
                <c:pt idx="55">
                  <c:v>4</c:v>
                </c:pt>
                <c:pt idx="56">
                  <c:v>4</c:v>
                </c:pt>
                <c:pt idx="57">
                  <c:v>4</c:v>
                </c:pt>
                <c:pt idx="58">
                  <c:v>4</c:v>
                </c:pt>
                <c:pt idx="59">
                  <c:v>4</c:v>
                </c:pt>
                <c:pt idx="60">
                  <c:v>4</c:v>
                </c:pt>
                <c:pt idx="61">
                  <c:v>4</c:v>
                </c:pt>
                <c:pt idx="62">
                  <c:v>4</c:v>
                </c:pt>
                <c:pt idx="63">
                  <c:v>4</c:v>
                </c:pt>
                <c:pt idx="64">
                  <c:v>4</c:v>
                </c:pt>
                <c:pt idx="65">
                  <c:v>4</c:v>
                </c:pt>
                <c:pt idx="66">
                  <c:v>4</c:v>
                </c:pt>
                <c:pt idx="67">
                  <c:v>4</c:v>
                </c:pt>
                <c:pt idx="68">
                  <c:v>4</c:v>
                </c:pt>
                <c:pt idx="69">
                  <c:v>4</c:v>
                </c:pt>
                <c:pt idx="70">
                  <c:v>4</c:v>
                </c:pt>
                <c:pt idx="71">
                  <c:v>4</c:v>
                </c:pt>
                <c:pt idx="72">
                  <c:v>4</c:v>
                </c:pt>
                <c:pt idx="73">
                  <c:v>4</c:v>
                </c:pt>
                <c:pt idx="74">
                  <c:v>4</c:v>
                </c:pt>
                <c:pt idx="75">
                  <c:v>4</c:v>
                </c:pt>
                <c:pt idx="76">
                  <c:v>4</c:v>
                </c:pt>
                <c:pt idx="77">
                  <c:v>4</c:v>
                </c:pt>
                <c:pt idx="78">
                  <c:v>4</c:v>
                </c:pt>
                <c:pt idx="79">
                  <c:v>4</c:v>
                </c:pt>
                <c:pt idx="80">
                  <c:v>4</c:v>
                </c:pt>
                <c:pt idx="81">
                  <c:v>4</c:v>
                </c:pt>
                <c:pt idx="82">
                  <c:v>4</c:v>
                </c:pt>
                <c:pt idx="83">
                  <c:v>4</c:v>
                </c:pt>
                <c:pt idx="84">
                  <c:v>4</c:v>
                </c:pt>
                <c:pt idx="85">
                  <c:v>5</c:v>
                </c:pt>
                <c:pt idx="86">
                  <c:v>5</c:v>
                </c:pt>
                <c:pt idx="87">
                  <c:v>5</c:v>
                </c:pt>
                <c:pt idx="88">
                  <c:v>5</c:v>
                </c:pt>
                <c:pt idx="89">
                  <c:v>5</c:v>
                </c:pt>
                <c:pt idx="90">
                  <c:v>5</c:v>
                </c:pt>
                <c:pt idx="91">
                  <c:v>5</c:v>
                </c:pt>
                <c:pt idx="92">
                  <c:v>5</c:v>
                </c:pt>
                <c:pt idx="93">
                  <c:v>5</c:v>
                </c:pt>
                <c:pt idx="94">
                  <c:v>5</c:v>
                </c:pt>
                <c:pt idx="95">
                  <c:v>5</c:v>
                </c:pt>
                <c:pt idx="96">
                  <c:v>5</c:v>
                </c:pt>
                <c:pt idx="97">
                  <c:v>5</c:v>
                </c:pt>
                <c:pt idx="98">
                  <c:v>5</c:v>
                </c:pt>
                <c:pt idx="99">
                  <c:v>5</c:v>
                </c:pt>
                <c:pt idx="100">
                  <c:v>5</c:v>
                </c:pt>
                <c:pt idx="101">
                  <c:v>5</c:v>
                </c:pt>
                <c:pt idx="102">
                  <c:v>5</c:v>
                </c:pt>
                <c:pt idx="103">
                  <c:v>5</c:v>
                </c:pt>
                <c:pt idx="104">
                  <c:v>5</c:v>
                </c:pt>
                <c:pt idx="105">
                  <c:v>5</c:v>
                </c:pt>
                <c:pt idx="106">
                  <c:v>5</c:v>
                </c:pt>
                <c:pt idx="107">
                  <c:v>5</c:v>
                </c:pt>
                <c:pt idx="108">
                  <c:v>5</c:v>
                </c:pt>
                <c:pt idx="109">
                  <c:v>6</c:v>
                </c:pt>
                <c:pt idx="110">
                  <c:v>6</c:v>
                </c:pt>
                <c:pt idx="111">
                  <c:v>6</c:v>
                </c:pt>
                <c:pt idx="112">
                  <c:v>6</c:v>
                </c:pt>
                <c:pt idx="113">
                  <c:v>7</c:v>
                </c:pt>
                <c:pt idx="114">
                  <c:v>7</c:v>
                </c:pt>
                <c:pt idx="115">
                  <c:v>7</c:v>
                </c:pt>
                <c:pt idx="116">
                  <c:v>7</c:v>
                </c:pt>
                <c:pt idx="117">
                  <c:v>7</c:v>
                </c:pt>
                <c:pt idx="118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01C-4DCE-AA80-007864887F3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3550640"/>
        <c:axId val="203550160"/>
      </c:lineChart>
      <c:catAx>
        <c:axId val="203550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550160"/>
        <c:crosses val="autoZero"/>
        <c:auto val="1"/>
        <c:lblAlgn val="ctr"/>
        <c:lblOffset val="100"/>
        <c:noMultiLvlLbl val="0"/>
      </c:catAx>
      <c:valAx>
        <c:axId val="203550160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35506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9">
  <cs:axisTitle>
    <cs:lnRef idx="0"/>
    <cs:fillRef idx="0"/>
    <cs:effectRef idx="0"/>
    <cs:fontRef idx="minor">
      <a:schemeClr val="lt1"/>
    </cs:fontRef>
    <cs:defRPr sz="1197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12700" cap="flat" cmpd="sng" algn="ctr">
        <a:solidFill>
          <a:schemeClr val="lt1"/>
        </a:solidFill>
        <a:round/>
      </a:ln>
    </cs:spPr>
    <cs:defRPr sz="1197" kern="1200" spc="10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1197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197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7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9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12700" cap="flat" cmpd="sng" algn="ctr">
        <a:solidFill>
          <a:schemeClr val="lt1"/>
        </a:solidFill>
        <a:round/>
      </a:ln>
    </cs:spPr>
    <cs:defRPr sz="900" kern="1200" spc="10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A2140-7960-6D3C-135A-991AA4A38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9BCF9-9122-1142-14FF-FC8413D1A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DC341-353B-FD03-C1BD-52659D60A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B2EB-3B50-4920-9344-023E146022BF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59ACB-A1B3-8FDC-6512-486885ED4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BA8B8-E2F4-BAF4-5C90-033EFA675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02303-634D-48E2-8AB7-2C2A4BA56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666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38113-E798-5AA7-FCF7-A41303E90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DAB9F-7DFE-7CC8-FF44-D747B5F39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851E2-42B0-581C-0B29-E6CE73ACA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B2EB-3B50-4920-9344-023E146022BF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01214-2D2A-5EF8-B41B-64273F900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683A5-CB7E-948C-6690-538EE54B7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02303-634D-48E2-8AB7-2C2A4BA56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484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F97A7-6BC8-FA46-4B2F-AE9AA30C9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D0580-2E75-332C-CF7D-29608A170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EA732-2FD1-4B49-4B1B-043468FB2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B2EB-3B50-4920-9344-023E146022BF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2BCE8-9863-7AEA-C16E-FB68DCC49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510C5-72A3-38EA-4D95-5DE2DF301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02303-634D-48E2-8AB7-2C2A4BA56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939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EBAF-2072-A948-CDCB-3A30F0680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C3C5A-5F9D-B054-826D-AA1BDA2AB1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7C42D-5ABA-2244-A311-AD9C534C3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C395DC-BBAF-8A43-7FA8-0EE18B89C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B2EB-3B50-4920-9344-023E146022BF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7E889-895C-9AE9-7AE0-6BD63DED6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59D0D-B87E-7C70-4DC1-7B5D258BE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02303-634D-48E2-8AB7-2C2A4BA56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378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2F367-3A59-127B-E745-BEC4D9EEF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408E1-ED5E-B8CC-97CC-59653F897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349CA-E26D-1137-01AC-77BB59D0C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1E5B6-5653-FD86-D6E5-01222EC49E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353F17-F1A0-3966-0823-15A732B02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AC7914-3181-2BCE-F5CA-9F98A256D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B2EB-3B50-4920-9344-023E146022BF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7ECC50-140C-B04D-786D-7F97C70DB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5D9205-DACB-5A93-3396-69E0FC6E0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02303-634D-48E2-8AB7-2C2A4BA56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569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D97A9-6BC7-4646-D4D3-F1B9A5A35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38D47D-648B-41DD-9311-AF036257E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B2EB-3B50-4920-9344-023E146022BF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827BA7-7A2C-6156-F6D2-102209FA6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51FB7B-7EB6-B613-AAC9-172D26623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02303-634D-48E2-8AB7-2C2A4BA56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799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E50532-EEB9-3B78-BF92-1D9900F40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B2EB-3B50-4920-9344-023E146022BF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5C31EC-BBF4-1885-7742-1E9F693BA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8A9C7-FA55-0AE9-CBE5-2FD541A93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02303-634D-48E2-8AB7-2C2A4BA56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172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6A656-F8F1-2AAB-D73E-62963859C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21673-7EC6-8795-B771-9181AA1B9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F6919-589A-B9F4-E274-1C62FA607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15A70-24D8-1CE7-BF71-3358914F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B2EB-3B50-4920-9344-023E146022BF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BE867-6865-8D63-0203-0D41718C9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A1AAB-0051-412B-6516-F20090A62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02303-634D-48E2-8AB7-2C2A4BA56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298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239C-1F53-7558-CF02-D3C2ECFC4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260F65-95D7-E07F-5584-2D372A8EB1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72CB9-3ED1-1492-9A00-74DF5A084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FA86C-D39C-605A-6F48-9612FF0BA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B2EB-3B50-4920-9344-023E146022BF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07535-6053-E160-0613-3FE7C53D3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6EA69-1516-B686-F09B-CF8034A2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02303-634D-48E2-8AB7-2C2A4BA56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334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031AD-A6ED-9F9C-D425-C3ADC7E1D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3E3ABB-ADA3-F1E9-75DB-A3FDD60989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04D59-BF84-3F3C-C428-E560386D6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B2EB-3B50-4920-9344-023E146022BF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48AB2-1803-6703-78FB-89C665A7F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B9BF4-DAB7-6A8D-2293-C99AA495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02303-634D-48E2-8AB7-2C2A4BA56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17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258C57-3D88-A307-685A-2DF35BD3B3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0C4EE3-FE45-FA48-6DF7-E8BEBFEA3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00FA0-000E-D14B-4799-3DEEB3D09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B2EB-3B50-4920-9344-023E146022BF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91857-EA10-6CE7-CD95-AEFCAD1E6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631EB-8AE7-03A6-9117-2FA79FAE6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02303-634D-48E2-8AB7-2C2A4BA56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477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1A38AC-4F5E-BF5A-3DCF-E839C208B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CB474-6B8F-9671-8358-29897C017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1A592-E63B-44E5-A0DC-4FBEA07FDC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9CB2EB-3B50-4920-9344-023E146022BF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4E9DD-3187-E084-DCE8-45B0AF2E5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0AA36-BE13-7549-4177-BFBAE7EB6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E02303-634D-48E2-8AB7-2C2A4BA56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520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AD7D-FD08-45A4-9C2B-821E6D6DBB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LOGISTICS OPTIMIZATION </a:t>
            </a:r>
            <a:br>
              <a:rPr lang="en-US" dirty="0"/>
            </a:br>
            <a:r>
              <a:rPr lang="en-US" dirty="0"/>
              <a:t>FOR DELIVERY </a:t>
            </a:r>
            <a:br>
              <a:rPr lang="en-US" dirty="0"/>
            </a:br>
            <a:r>
              <a:rPr lang="en-US" dirty="0"/>
              <a:t>ROUTES - FLIPKART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EBC51E-57BA-7569-DC85-761858EF2B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1238" y="4916128"/>
            <a:ext cx="3706761" cy="993059"/>
          </a:xfrm>
        </p:spPr>
        <p:txBody>
          <a:bodyPr>
            <a:normAutofit fontScale="92500" lnSpcReduction="10000"/>
          </a:bodyPr>
          <a:lstStyle/>
          <a:p>
            <a:r>
              <a:rPr lang="en-US" sz="1600" dirty="0"/>
              <a:t>NAME: AISHWARYA SUR CHOWDHURY</a:t>
            </a:r>
          </a:p>
          <a:p>
            <a:r>
              <a:rPr lang="en-US" sz="1600" dirty="0"/>
              <a:t>VIDEO LINK: https://www.loom.com/share/e5a02a6c3a7a47eba27a39b9e96a1d4a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04291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F5347-204F-3542-3D8B-80F46BA91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TASK 1: DATA CLEANING &amp; PREPARATION 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B65B4-7C40-7E08-49CA-5C68BAC58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11761" cy="907743"/>
          </a:xfrm>
        </p:spPr>
        <p:txBody>
          <a:bodyPr>
            <a:normAutofit fontScale="92500"/>
          </a:bodyPr>
          <a:lstStyle/>
          <a:p>
            <a:r>
              <a:rPr lang="en-US" dirty="0"/>
              <a:t>IDENTIFYING AND DELETE DUPLICATE ORDER_ID RECORDS.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F1CF99-2276-FE7A-BD6C-D6F5E01FE345}"/>
              </a:ext>
            </a:extLst>
          </p:cNvPr>
          <p:cNvSpPr txBox="1"/>
          <p:nvPr/>
        </p:nvSpPr>
        <p:spPr>
          <a:xfrm>
            <a:off x="1268361" y="3028335"/>
            <a:ext cx="45031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</a:t>
            </a:r>
          </a:p>
          <a:p>
            <a:r>
              <a:rPr lang="en-US" dirty="0"/>
              <a:t> </a:t>
            </a:r>
            <a:r>
              <a:rPr lang="en-US" dirty="0" err="1"/>
              <a:t>order_id</a:t>
            </a:r>
            <a:r>
              <a:rPr lang="en-US" dirty="0"/>
              <a:t>,</a:t>
            </a:r>
          </a:p>
          <a:p>
            <a:r>
              <a:rPr lang="en-US" dirty="0"/>
              <a:t> count(*) as </a:t>
            </a:r>
            <a:r>
              <a:rPr lang="en-US" dirty="0" err="1"/>
              <a:t>total_orders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flipkart_orders</a:t>
            </a:r>
            <a:endParaRPr lang="en-US" dirty="0"/>
          </a:p>
          <a:p>
            <a:r>
              <a:rPr lang="en-US" dirty="0"/>
              <a:t> group by </a:t>
            </a:r>
            <a:r>
              <a:rPr lang="en-US" dirty="0" err="1"/>
              <a:t>order_id</a:t>
            </a:r>
            <a:endParaRPr lang="en-US" dirty="0"/>
          </a:p>
          <a:p>
            <a:r>
              <a:rPr lang="en-US" dirty="0"/>
              <a:t>having count(*)=1;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297166-8DB5-2A0F-98E9-DC4DAE0F8EAD}"/>
              </a:ext>
            </a:extLst>
          </p:cNvPr>
          <p:cNvSpPr txBox="1"/>
          <p:nvPr/>
        </p:nvSpPr>
        <p:spPr>
          <a:xfrm>
            <a:off x="5850194" y="3028335"/>
            <a:ext cx="42180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</a:t>
            </a:r>
          </a:p>
          <a:p>
            <a:r>
              <a:rPr lang="en-US" dirty="0"/>
              <a:t> </a:t>
            </a:r>
            <a:r>
              <a:rPr lang="en-US" dirty="0" err="1"/>
              <a:t>order_id</a:t>
            </a:r>
            <a:r>
              <a:rPr lang="en-US" dirty="0"/>
              <a:t>,</a:t>
            </a:r>
          </a:p>
          <a:p>
            <a:r>
              <a:rPr lang="en-US" dirty="0"/>
              <a:t> count(*) as </a:t>
            </a:r>
            <a:r>
              <a:rPr lang="en-US" dirty="0" err="1"/>
              <a:t>total_orders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flipkart_orders</a:t>
            </a:r>
            <a:endParaRPr lang="en-US" dirty="0"/>
          </a:p>
          <a:p>
            <a:r>
              <a:rPr lang="en-US" dirty="0"/>
              <a:t> group by </a:t>
            </a:r>
            <a:r>
              <a:rPr lang="en-US" dirty="0" err="1"/>
              <a:t>order_id</a:t>
            </a:r>
            <a:endParaRPr lang="en-US" dirty="0"/>
          </a:p>
          <a:p>
            <a:r>
              <a:rPr lang="en-US" dirty="0"/>
              <a:t>having count(*)=1;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0795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93C56-454B-4FF4-7E21-B1B8067F5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1612"/>
            <a:ext cx="10515600" cy="470965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</a:t>
            </a:r>
            <a:r>
              <a:rPr lang="en-IN" dirty="0"/>
              <a:t>EPLACE NULL TRAFFIC_DELAY_MIN WITH THE AVERAGE DELAY FOR THAT ROUTE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1600" dirty="0"/>
              <a:t>Update</a:t>
            </a:r>
          </a:p>
          <a:p>
            <a:pPr marL="0" indent="0">
              <a:buNone/>
            </a:pPr>
            <a:r>
              <a:rPr lang="en-IN" sz="1600" dirty="0"/>
              <a:t> </a:t>
            </a:r>
            <a:r>
              <a:rPr lang="en-IN" sz="1600" dirty="0" err="1"/>
              <a:t>flipkart_routes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 r set </a:t>
            </a:r>
            <a:r>
              <a:rPr lang="en-IN" sz="1600" dirty="0" err="1"/>
              <a:t>Traffic_Delay_Min</a:t>
            </a:r>
            <a:r>
              <a:rPr lang="en-IN" sz="1600" dirty="0"/>
              <a:t> = (select </a:t>
            </a:r>
            <a:r>
              <a:rPr lang="en-IN" sz="1600" dirty="0" err="1"/>
              <a:t>avg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(</a:t>
            </a:r>
            <a:r>
              <a:rPr lang="en-IN" sz="1600" dirty="0" err="1"/>
              <a:t>traffic_delay_min</a:t>
            </a:r>
            <a:r>
              <a:rPr lang="en-IN" sz="1600" dirty="0"/>
              <a:t>)from </a:t>
            </a:r>
            <a:r>
              <a:rPr lang="en-IN" sz="1600" dirty="0" err="1"/>
              <a:t>flipkart_routes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where </a:t>
            </a:r>
            <a:r>
              <a:rPr lang="en-IN" sz="1600" dirty="0" err="1"/>
              <a:t>Route_ID</a:t>
            </a:r>
            <a:r>
              <a:rPr lang="en-IN" sz="1600" dirty="0"/>
              <a:t> = </a:t>
            </a:r>
            <a:r>
              <a:rPr lang="en-IN" sz="1600" dirty="0" err="1"/>
              <a:t>r.Route_ID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)</a:t>
            </a:r>
          </a:p>
          <a:p>
            <a:pPr marL="0" indent="0">
              <a:buNone/>
            </a:pPr>
            <a:r>
              <a:rPr lang="en-IN" sz="1600" dirty="0"/>
              <a:t>where </a:t>
            </a:r>
            <a:r>
              <a:rPr lang="en-IN" sz="1600" dirty="0" err="1"/>
              <a:t>traffic_delay_min</a:t>
            </a:r>
            <a:r>
              <a:rPr lang="en-IN" sz="1600" dirty="0"/>
              <a:t> is null; 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RESULT WILL BE ZERO</a:t>
            </a:r>
          </a:p>
        </p:txBody>
      </p:sp>
    </p:spTree>
    <p:extLst>
      <p:ext uri="{BB962C8B-B14F-4D97-AF65-F5344CB8AC3E}">
        <p14:creationId xmlns:p14="http://schemas.microsoft.com/office/powerpoint/2010/main" val="2386693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ECF7E-AD18-F060-33AB-374CDA256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589935"/>
            <a:ext cx="10645877" cy="5909188"/>
          </a:xfrm>
        </p:spPr>
        <p:txBody>
          <a:bodyPr/>
          <a:lstStyle/>
          <a:p>
            <a:r>
              <a:rPr lang="en-US" dirty="0"/>
              <a:t>CONVERT ALL DATE COLUMNS INTO YYYY-MM-DD FORMAT USING SQL FUNCTIONS.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600" dirty="0"/>
              <a:t>select </a:t>
            </a:r>
          </a:p>
          <a:p>
            <a:pPr marL="0" indent="0">
              <a:buNone/>
            </a:pPr>
            <a:r>
              <a:rPr lang="en-US" sz="1600" dirty="0"/>
              <a:t>   </a:t>
            </a:r>
            <a:r>
              <a:rPr lang="en-US" sz="1600" dirty="0" err="1"/>
              <a:t>date_format</a:t>
            </a:r>
            <a:r>
              <a:rPr lang="en-US" sz="1600" dirty="0"/>
              <a:t>(</a:t>
            </a:r>
            <a:r>
              <a:rPr lang="en-US" sz="1600" dirty="0" err="1"/>
              <a:t>order_date,'%y</a:t>
            </a:r>
            <a:r>
              <a:rPr lang="en-US" sz="1600" dirty="0"/>
              <a:t>-%m-%d’) </a:t>
            </a:r>
          </a:p>
          <a:p>
            <a:pPr marL="0" indent="0">
              <a:buNone/>
            </a:pPr>
            <a:r>
              <a:rPr lang="en-US" sz="1600" dirty="0"/>
              <a:t>as </a:t>
            </a:r>
            <a:r>
              <a:rPr lang="en-US" sz="1600" dirty="0" err="1"/>
              <a:t>order_date</a:t>
            </a:r>
            <a:r>
              <a:rPr lang="en-US" sz="1600" dirty="0"/>
              <a:t>,  </a:t>
            </a:r>
          </a:p>
          <a:p>
            <a:pPr marL="0" indent="0">
              <a:buNone/>
            </a:pPr>
            <a:r>
              <a:rPr lang="en-US" sz="1600" dirty="0"/>
              <a:t> </a:t>
            </a:r>
            <a:r>
              <a:rPr lang="en-US" sz="1600" dirty="0" err="1"/>
              <a:t>date_format</a:t>
            </a:r>
            <a:r>
              <a:rPr lang="en-US" sz="1600" dirty="0"/>
              <a:t>(</a:t>
            </a:r>
          </a:p>
          <a:p>
            <a:pPr marL="0" indent="0">
              <a:buNone/>
            </a:pPr>
            <a:r>
              <a:rPr lang="en-US" sz="1600" dirty="0" err="1"/>
              <a:t>expected_delivery_date,'%y</a:t>
            </a:r>
            <a:r>
              <a:rPr lang="en-US" sz="1600" dirty="0"/>
              <a:t>-%m-%d’                                                 </a:t>
            </a:r>
          </a:p>
          <a:p>
            <a:pPr marL="0" indent="0">
              <a:buNone/>
            </a:pPr>
            <a:r>
              <a:rPr lang="en-US" sz="1600" dirty="0"/>
              <a:t>) as </a:t>
            </a:r>
            <a:r>
              <a:rPr lang="en-US" sz="1600" dirty="0" err="1"/>
              <a:t>expected_delivery_date</a:t>
            </a:r>
            <a:r>
              <a:rPr lang="en-US" sz="1600" dirty="0"/>
              <a:t>,</a:t>
            </a:r>
          </a:p>
          <a:p>
            <a:pPr marL="0" indent="0">
              <a:buNone/>
            </a:pPr>
            <a:r>
              <a:rPr lang="en-US" sz="1600" dirty="0"/>
              <a:t>   </a:t>
            </a:r>
            <a:r>
              <a:rPr lang="en-US" sz="1600" dirty="0" err="1"/>
              <a:t>date_format</a:t>
            </a:r>
            <a:r>
              <a:rPr lang="en-US" sz="1600" dirty="0"/>
              <a:t>(</a:t>
            </a:r>
          </a:p>
          <a:p>
            <a:pPr marL="0" indent="0">
              <a:buNone/>
            </a:pPr>
            <a:r>
              <a:rPr lang="en-US" sz="1600" dirty="0" err="1"/>
              <a:t>actual_delivery_date,'%y</a:t>
            </a:r>
            <a:r>
              <a:rPr lang="en-US" sz="1600" dirty="0"/>
              <a:t>-%m-%d’</a:t>
            </a:r>
          </a:p>
          <a:p>
            <a:pPr marL="0" indent="0">
              <a:buNone/>
            </a:pPr>
            <a:r>
              <a:rPr lang="en-US" sz="1600" dirty="0"/>
              <a:t>) as </a:t>
            </a:r>
            <a:r>
              <a:rPr lang="en-US" sz="1600" dirty="0" err="1"/>
              <a:t>actual_delivery_date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   from </a:t>
            </a:r>
            <a:r>
              <a:rPr lang="en-US" sz="1600" dirty="0" err="1"/>
              <a:t>flipkart_orders</a:t>
            </a:r>
            <a:r>
              <a:rPr lang="en-US" dirty="0"/>
              <a:t>; 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1CAE12-6D03-7931-B382-DDB3271B3F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71130"/>
              </p:ext>
            </p:extLst>
          </p:nvPr>
        </p:nvGraphicFramePr>
        <p:xfrm>
          <a:off x="5240594" y="1858297"/>
          <a:ext cx="5300740" cy="4481162"/>
        </p:xfrm>
        <a:graphic>
          <a:graphicData uri="http://schemas.openxmlformats.org/drawingml/2006/table">
            <a:tbl>
              <a:tblPr/>
              <a:tblGrid>
                <a:gridCol w="1740694">
                  <a:extLst>
                    <a:ext uri="{9D8B030D-6E8A-4147-A177-3AD203B41FA5}">
                      <a16:colId xmlns:a16="http://schemas.microsoft.com/office/drawing/2014/main" val="4143299433"/>
                    </a:ext>
                  </a:extLst>
                </a:gridCol>
                <a:gridCol w="1780023">
                  <a:extLst>
                    <a:ext uri="{9D8B030D-6E8A-4147-A177-3AD203B41FA5}">
                      <a16:colId xmlns:a16="http://schemas.microsoft.com/office/drawing/2014/main" val="2668293897"/>
                    </a:ext>
                  </a:extLst>
                </a:gridCol>
                <a:gridCol w="1780023">
                  <a:extLst>
                    <a:ext uri="{9D8B030D-6E8A-4147-A177-3AD203B41FA5}">
                      <a16:colId xmlns:a16="http://schemas.microsoft.com/office/drawing/2014/main" val="2233002511"/>
                    </a:ext>
                  </a:extLst>
                </a:gridCol>
              </a:tblGrid>
              <a:tr h="286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ORDER_DATE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25-07-08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EXPECTED_DELIVERY_DATE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25-07-13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ACTUAL_DELIVERY_DATE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25-07-14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861981"/>
                  </a:ext>
                </a:extLst>
              </a:tr>
              <a:tr h="286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25-08-03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25-08-09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25-08-09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1183773"/>
                  </a:ext>
                </a:extLst>
              </a:tr>
              <a:tr h="286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25-07-05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25-07-09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25-07-09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489268"/>
                  </a:ext>
                </a:extLst>
              </a:tr>
              <a:tr h="286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25-07-20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25-07-25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25-07-25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852132"/>
                  </a:ext>
                </a:extLst>
              </a:tr>
              <a:tr h="286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25-07-27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25-08-01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25-08-01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582715"/>
                  </a:ext>
                </a:extLst>
              </a:tr>
              <a:tr h="286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25-07-26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25-08-01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25-08-02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5403578"/>
                  </a:ext>
                </a:extLst>
              </a:tr>
              <a:tr h="286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25-08-08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25-08-12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25-08-12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494102"/>
                  </a:ext>
                </a:extLst>
              </a:tr>
              <a:tr h="286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25-08-20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25-08-23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25-08-23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643963"/>
                  </a:ext>
                </a:extLst>
              </a:tr>
              <a:tr h="286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25-08-22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25-08-25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25-08-25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324676"/>
                  </a:ext>
                </a:extLst>
              </a:tr>
              <a:tr h="286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25-07-03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25-07-06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25-07-09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286980"/>
                  </a:ext>
                </a:extLst>
              </a:tr>
              <a:tr h="286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25-08-26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25-09-01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25-09-01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367868"/>
                  </a:ext>
                </a:extLst>
              </a:tr>
              <a:tr h="286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25-07-10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25-07-12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25-07-13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19565"/>
                  </a:ext>
                </a:extLst>
              </a:tr>
              <a:tr h="286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25-07-12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25-07-18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25-07-18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713522"/>
                  </a:ext>
                </a:extLst>
              </a:tr>
              <a:tr h="286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25-08-21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25-08-26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25-08-26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9150028"/>
                  </a:ext>
                </a:extLst>
              </a:tr>
              <a:tr h="286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25-08-27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25-09-01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25-09-01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4930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0379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98DC6-52E9-E454-B5CB-5FAF7382C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5742"/>
            <a:ext cx="10515600" cy="5341221"/>
          </a:xfrm>
        </p:spPr>
        <p:txBody>
          <a:bodyPr/>
          <a:lstStyle/>
          <a:p>
            <a:r>
              <a:rPr lang="en-US" dirty="0"/>
              <a:t>ENSURE THAT NO ACTUAL_DELIVERY_DATE IS BEFORE ORDER_DATE (FLAG SUCH RECORDS).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dirty="0"/>
              <a:t>select *    from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err="1"/>
              <a:t>flipkart_orders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  where </a:t>
            </a:r>
          </a:p>
          <a:p>
            <a:pPr marL="0" indent="0">
              <a:buNone/>
            </a:pPr>
            <a:r>
              <a:rPr lang="en-US" sz="1800" dirty="0" err="1"/>
              <a:t>Actual_Delivery_Date</a:t>
            </a:r>
            <a:r>
              <a:rPr lang="en-US" sz="1800" dirty="0"/>
              <a:t> &lt; </a:t>
            </a:r>
            <a:r>
              <a:rPr lang="en-US" sz="1800" dirty="0" err="1"/>
              <a:t>Order_Date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Result: no such result is found (zero is result)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6205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91AED-2747-0AD9-E35D-92446779D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 : DELIVERY DELAY ANALYSIS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2CA7C-AD9C-1B0B-42F4-CD24013D7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09787" cy="4771820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CALCULATE DELIVERY DELAY FOR EACH ORDER. 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sz="1600" dirty="0">
                <a:highlight>
                  <a:srgbClr val="FFFF00"/>
                </a:highlight>
              </a:rPr>
              <a:t>select  </a:t>
            </a:r>
          </a:p>
          <a:p>
            <a:pPr marL="0" indent="0">
              <a:buNone/>
            </a:pP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order_id</a:t>
            </a:r>
            <a:r>
              <a:rPr lang="en-US" sz="1600" dirty="0">
                <a:highlight>
                  <a:srgbClr val="FFFF00"/>
                </a:highlight>
              </a:rPr>
              <a:t>,</a:t>
            </a:r>
          </a:p>
          <a:p>
            <a:pPr marL="0" indent="0">
              <a:buNone/>
            </a:pPr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dirty="0" err="1">
                <a:highlight>
                  <a:srgbClr val="FFFF00"/>
                </a:highlight>
              </a:rPr>
              <a:t>datediff</a:t>
            </a:r>
            <a:r>
              <a:rPr lang="en-US" sz="1600" dirty="0">
                <a:highlight>
                  <a:srgbClr val="FFFF00"/>
                </a:highlight>
              </a:rPr>
              <a:t>(</a:t>
            </a:r>
            <a:r>
              <a:rPr lang="en-US" sz="1600" dirty="0" err="1">
                <a:highlight>
                  <a:srgbClr val="FFFF00"/>
                </a:highlight>
              </a:rPr>
              <a:t>actual_delivery_date</a:t>
            </a:r>
            <a:r>
              <a:rPr lang="en-US" sz="1600" dirty="0">
                <a:highlight>
                  <a:srgbClr val="FFFF00"/>
                </a:highlight>
              </a:rPr>
              <a:t>,</a:t>
            </a:r>
          </a:p>
          <a:p>
            <a:pPr marL="0" indent="0">
              <a:buNone/>
            </a:pPr>
            <a:r>
              <a:rPr lang="en-US" sz="1600" dirty="0">
                <a:highlight>
                  <a:srgbClr val="FFFF00"/>
                </a:highlight>
              </a:rPr>
              <a:t>  </a:t>
            </a:r>
            <a:r>
              <a:rPr lang="en-US" sz="1600" dirty="0" err="1">
                <a:highlight>
                  <a:srgbClr val="FFFF00"/>
                </a:highlight>
              </a:rPr>
              <a:t>expected_delivery_date</a:t>
            </a:r>
            <a:r>
              <a:rPr lang="en-US" sz="1600" dirty="0">
                <a:highlight>
                  <a:srgbClr val="FFFF00"/>
                </a:highlight>
              </a:rPr>
              <a:t>)    </a:t>
            </a:r>
          </a:p>
          <a:p>
            <a:pPr marL="0" indent="0">
              <a:buNone/>
            </a:pPr>
            <a:r>
              <a:rPr lang="en-US" sz="1600" dirty="0">
                <a:highlight>
                  <a:srgbClr val="FFFF00"/>
                </a:highlight>
              </a:rPr>
              <a:t>as </a:t>
            </a:r>
            <a:r>
              <a:rPr lang="en-US" sz="1600" dirty="0" err="1">
                <a:highlight>
                  <a:srgbClr val="FFFF00"/>
                </a:highlight>
              </a:rPr>
              <a:t>delay_days</a:t>
            </a:r>
            <a:endParaRPr lang="en-US" sz="1600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sz="1600" dirty="0">
                <a:highlight>
                  <a:srgbClr val="FFFF00"/>
                </a:highlight>
              </a:rPr>
              <a:t>  from </a:t>
            </a:r>
            <a:r>
              <a:rPr lang="en-US" sz="1600" dirty="0" err="1">
                <a:highlight>
                  <a:srgbClr val="FFFF00"/>
                </a:highlight>
              </a:rPr>
              <a:t>flipkart_orders</a:t>
            </a:r>
            <a:r>
              <a:rPr lang="en-US" sz="1600" dirty="0">
                <a:highlight>
                  <a:srgbClr val="FFFF00"/>
                </a:highlight>
              </a:rPr>
              <a:t>;</a:t>
            </a:r>
            <a:endParaRPr lang="en-IN" sz="1600" dirty="0">
              <a:highlight>
                <a:srgbClr val="FFFF00"/>
              </a:highligh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3CB7EE-C860-5725-DC11-CCFA672EF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347627"/>
              </p:ext>
            </p:extLst>
          </p:nvPr>
        </p:nvGraphicFramePr>
        <p:xfrm>
          <a:off x="4050890" y="2418735"/>
          <a:ext cx="3382297" cy="4357752"/>
        </p:xfrm>
        <a:graphic>
          <a:graphicData uri="http://schemas.openxmlformats.org/drawingml/2006/table">
            <a:tbl>
              <a:tblPr/>
              <a:tblGrid>
                <a:gridCol w="1185911">
                  <a:extLst>
                    <a:ext uri="{9D8B030D-6E8A-4147-A177-3AD203B41FA5}">
                      <a16:colId xmlns:a16="http://schemas.microsoft.com/office/drawing/2014/main" val="673564682"/>
                    </a:ext>
                  </a:extLst>
                </a:gridCol>
                <a:gridCol w="2196386">
                  <a:extLst>
                    <a:ext uri="{9D8B030D-6E8A-4147-A177-3AD203B41FA5}">
                      <a16:colId xmlns:a16="http://schemas.microsoft.com/office/drawing/2014/main" val="488931179"/>
                    </a:ext>
                  </a:extLst>
                </a:gridCol>
              </a:tblGrid>
              <a:tr h="394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highlight>
                            <a:srgbClr val="00FFFF"/>
                          </a:highlight>
                        </a:rPr>
                        <a:t>ORDER_ID</a:t>
                      </a:r>
                    </a:p>
                    <a:p>
                      <a:pPr>
                        <a:buNone/>
                      </a:pPr>
                      <a:r>
                        <a:rPr lang="en-IN" sz="1200" dirty="0">
                          <a:highlight>
                            <a:srgbClr val="00FFFF"/>
                          </a:highlight>
                        </a:rPr>
                        <a:t>FLP-ORD-0001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highlight>
                            <a:srgbClr val="00FFFF"/>
                          </a:highlight>
                        </a:rPr>
                        <a:t>DELAY_DAYS</a:t>
                      </a:r>
                    </a:p>
                    <a:p>
                      <a:pPr>
                        <a:buNone/>
                      </a:pPr>
                      <a:r>
                        <a:rPr lang="en-IN" sz="1200" dirty="0">
                          <a:highlight>
                            <a:srgbClr val="00FFFF"/>
                          </a:highlight>
                        </a:rPr>
                        <a:t>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458798"/>
                  </a:ext>
                </a:extLst>
              </a:tr>
              <a:tr h="278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highlight>
                            <a:srgbClr val="00FFFF"/>
                          </a:highlight>
                        </a:rPr>
                        <a:t>FLP-ORD-0002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highlight>
                            <a:srgbClr val="00FFFF"/>
                          </a:highlight>
                        </a:rPr>
                        <a:t>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880492"/>
                  </a:ext>
                </a:extLst>
              </a:tr>
              <a:tr h="278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highlight>
                            <a:srgbClr val="00FFFF"/>
                          </a:highlight>
                        </a:rPr>
                        <a:t>FLP-ORD-0003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highlight>
                            <a:srgbClr val="00FFFF"/>
                          </a:highlight>
                        </a:rPr>
                        <a:t>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130167"/>
                  </a:ext>
                </a:extLst>
              </a:tr>
              <a:tr h="278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highlight>
                            <a:srgbClr val="00FFFF"/>
                          </a:highlight>
                        </a:rPr>
                        <a:t>FLP-ORD-0004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highlight>
                            <a:srgbClr val="00FFFF"/>
                          </a:highlight>
                        </a:rPr>
                        <a:t>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378017"/>
                  </a:ext>
                </a:extLst>
              </a:tr>
              <a:tr h="278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highlight>
                            <a:srgbClr val="00FFFF"/>
                          </a:highlight>
                        </a:rPr>
                        <a:t>FLP-ORD-0005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highlight>
                            <a:srgbClr val="00FFFF"/>
                          </a:highlight>
                        </a:rPr>
                        <a:t>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444781"/>
                  </a:ext>
                </a:extLst>
              </a:tr>
              <a:tr h="278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highlight>
                            <a:srgbClr val="00FFFF"/>
                          </a:highlight>
                        </a:rPr>
                        <a:t>FLP-ORD-0006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highlight>
                            <a:srgbClr val="00FFFF"/>
                          </a:highlight>
                        </a:rPr>
                        <a:t>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902387"/>
                  </a:ext>
                </a:extLst>
              </a:tr>
              <a:tr h="278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highlight>
                            <a:srgbClr val="00FFFF"/>
                          </a:highlight>
                        </a:rPr>
                        <a:t>FLP-ORD-0007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highlight>
                            <a:srgbClr val="00FFFF"/>
                          </a:highlight>
                        </a:rPr>
                        <a:t>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950924"/>
                  </a:ext>
                </a:extLst>
              </a:tr>
              <a:tr h="278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highlight>
                            <a:srgbClr val="00FFFF"/>
                          </a:highlight>
                        </a:rPr>
                        <a:t>FLP-ORD-0008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highlight>
                            <a:srgbClr val="00FFFF"/>
                          </a:highlight>
                        </a:rPr>
                        <a:t>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93242"/>
                  </a:ext>
                </a:extLst>
              </a:tr>
              <a:tr h="278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highlight>
                            <a:srgbClr val="00FFFF"/>
                          </a:highlight>
                        </a:rPr>
                        <a:t>FLP-ORD-0009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highlight>
                            <a:srgbClr val="00FFFF"/>
                          </a:highlight>
                        </a:rPr>
                        <a:t>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587796"/>
                  </a:ext>
                </a:extLst>
              </a:tr>
              <a:tr h="278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highlight>
                            <a:srgbClr val="00FFFF"/>
                          </a:highlight>
                        </a:rPr>
                        <a:t>FLP-ORD-0010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highlight>
                            <a:srgbClr val="00FFFF"/>
                          </a:highlight>
                        </a:rPr>
                        <a:t>3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66417"/>
                  </a:ext>
                </a:extLst>
              </a:tr>
              <a:tr h="278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highlight>
                            <a:srgbClr val="00FFFF"/>
                          </a:highlight>
                        </a:rPr>
                        <a:t>FLP-ORD-0011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highlight>
                            <a:srgbClr val="00FFFF"/>
                          </a:highlight>
                        </a:rPr>
                        <a:t>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260237"/>
                  </a:ext>
                </a:extLst>
              </a:tr>
              <a:tr h="278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highlight>
                            <a:srgbClr val="00FFFF"/>
                          </a:highlight>
                        </a:rPr>
                        <a:t>FLP-ORD-0012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highlight>
                            <a:srgbClr val="00FFFF"/>
                          </a:highlight>
                        </a:rPr>
                        <a:t>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671117"/>
                  </a:ext>
                </a:extLst>
              </a:tr>
              <a:tr h="278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highlight>
                            <a:srgbClr val="00FFFF"/>
                          </a:highlight>
                        </a:rPr>
                        <a:t>FLP-ORD-0013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highlight>
                            <a:srgbClr val="00FFFF"/>
                          </a:highlight>
                        </a:rPr>
                        <a:t>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566971"/>
                  </a:ext>
                </a:extLst>
              </a:tr>
              <a:tr h="278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highlight>
                            <a:srgbClr val="00FFFF"/>
                          </a:highlight>
                        </a:rPr>
                        <a:t>FLP-ORD-0014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highlight>
                            <a:srgbClr val="00FFFF"/>
                          </a:highlight>
                        </a:rPr>
                        <a:t>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358857"/>
                  </a:ext>
                </a:extLst>
              </a:tr>
              <a:tr h="303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highlight>
                            <a:srgbClr val="00FFFF"/>
                          </a:highlight>
                        </a:rPr>
                        <a:t>FLP-ORD-0015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highlight>
                            <a:srgbClr val="00FFFF"/>
                          </a:highlight>
                        </a:rPr>
                        <a:t>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804921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F6B7A8E-A501-415E-E9B5-2705B2BE84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3591405"/>
              </p:ext>
            </p:extLst>
          </p:nvPr>
        </p:nvGraphicFramePr>
        <p:xfrm>
          <a:off x="7688827" y="3429000"/>
          <a:ext cx="3859160" cy="2882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46166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68060-2908-8B5F-C696-05DEA69C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91613"/>
            <a:ext cx="10680291" cy="5685350"/>
          </a:xfrm>
        </p:spPr>
        <p:txBody>
          <a:bodyPr/>
          <a:lstStyle/>
          <a:p>
            <a:r>
              <a:rPr lang="en-US" dirty="0"/>
              <a:t>FIND TOP 10 DELAYED ROUTES BASED ON AVERAGE DELAY DAYS.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800" dirty="0">
                <a:highlight>
                  <a:srgbClr val="FF00FF"/>
                </a:highlight>
              </a:rPr>
              <a:t>select   </a:t>
            </a:r>
            <a:r>
              <a:rPr lang="en-US" sz="1800" dirty="0" err="1">
                <a:highlight>
                  <a:srgbClr val="FF00FF"/>
                </a:highlight>
              </a:rPr>
              <a:t>route_id</a:t>
            </a:r>
            <a:r>
              <a:rPr lang="en-US" sz="1800" dirty="0">
                <a:highlight>
                  <a:srgbClr val="FF00FF"/>
                </a:highlight>
              </a:rPr>
              <a:t>,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00FF"/>
                </a:highlight>
              </a:rPr>
              <a:t> avg(</a:t>
            </a:r>
            <a:r>
              <a:rPr lang="en-US" sz="1800" dirty="0" err="1">
                <a:highlight>
                  <a:srgbClr val="FF00FF"/>
                </a:highlight>
              </a:rPr>
              <a:t>datediff</a:t>
            </a:r>
            <a:r>
              <a:rPr lang="en-US" sz="1800" dirty="0">
                <a:highlight>
                  <a:srgbClr val="FF00FF"/>
                </a:highlight>
              </a:rPr>
              <a:t>(</a:t>
            </a:r>
            <a:r>
              <a:rPr lang="en-US" sz="1800" dirty="0" err="1">
                <a:highlight>
                  <a:srgbClr val="FF00FF"/>
                </a:highlight>
              </a:rPr>
              <a:t>actual_delivery_date</a:t>
            </a:r>
            <a:r>
              <a:rPr lang="en-US" sz="1800" dirty="0">
                <a:highlight>
                  <a:srgbClr val="FF00FF"/>
                </a:highlight>
              </a:rPr>
              <a:t>, 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00FF"/>
                </a:highlight>
              </a:rPr>
              <a:t> </a:t>
            </a:r>
            <a:r>
              <a:rPr lang="en-US" sz="1800" dirty="0" err="1">
                <a:highlight>
                  <a:srgbClr val="FF00FF"/>
                </a:highlight>
              </a:rPr>
              <a:t>expected_delivery_date</a:t>
            </a:r>
            <a:r>
              <a:rPr lang="en-US" sz="1800" dirty="0">
                <a:highlight>
                  <a:srgbClr val="FF00FF"/>
                </a:highlight>
              </a:rPr>
              <a:t>)) 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00FF"/>
                </a:highlight>
              </a:rPr>
              <a:t>as </a:t>
            </a:r>
            <a:r>
              <a:rPr lang="en-US" sz="1800" dirty="0" err="1">
                <a:highlight>
                  <a:srgbClr val="FF00FF"/>
                </a:highlight>
              </a:rPr>
              <a:t>avg_delay</a:t>
            </a:r>
            <a:r>
              <a:rPr lang="en-US" sz="1800" dirty="0">
                <a:highlight>
                  <a:srgbClr val="FF00FF"/>
                </a:highlight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00FF"/>
                </a:highlight>
              </a:rPr>
              <a:t> from </a:t>
            </a:r>
            <a:r>
              <a:rPr lang="en-US" sz="1800" dirty="0" err="1">
                <a:highlight>
                  <a:srgbClr val="FF00FF"/>
                </a:highlight>
              </a:rPr>
              <a:t>flipkart_orders</a:t>
            </a:r>
            <a:r>
              <a:rPr lang="en-US" sz="1800" dirty="0">
                <a:highlight>
                  <a:srgbClr val="FF00FF"/>
                </a:highlight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00FF"/>
                </a:highlight>
              </a:rPr>
              <a:t> group by </a:t>
            </a:r>
            <a:r>
              <a:rPr lang="en-US" sz="1800" dirty="0" err="1">
                <a:highlight>
                  <a:srgbClr val="FF00FF"/>
                </a:highlight>
              </a:rPr>
              <a:t>route_id</a:t>
            </a:r>
            <a:r>
              <a:rPr lang="en-US" sz="1800" dirty="0">
                <a:highlight>
                  <a:srgbClr val="FF00FF"/>
                </a:highlight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00FF"/>
                </a:highlight>
              </a:rPr>
              <a:t> order by </a:t>
            </a:r>
            <a:r>
              <a:rPr lang="en-US" sz="1800" dirty="0" err="1">
                <a:highlight>
                  <a:srgbClr val="FF00FF"/>
                </a:highlight>
              </a:rPr>
              <a:t>avg_delay</a:t>
            </a:r>
            <a:endParaRPr lang="en-US" sz="1800" dirty="0">
              <a:highlight>
                <a:srgbClr val="FF00FF"/>
              </a:highlight>
            </a:endParaRPr>
          </a:p>
          <a:p>
            <a:pPr marL="0" indent="0">
              <a:buNone/>
            </a:pPr>
            <a:r>
              <a:rPr lang="en-US" sz="1800" dirty="0">
                <a:highlight>
                  <a:srgbClr val="FF00FF"/>
                </a:highlight>
              </a:rPr>
              <a:t> desc  limit 10;</a:t>
            </a:r>
            <a:endParaRPr lang="en-IN" sz="1800" dirty="0">
              <a:highlight>
                <a:srgbClr val="FF00FF"/>
              </a:highligh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FEC605-6F98-BC54-037B-777B04698C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471770"/>
              </p:ext>
            </p:extLst>
          </p:nvPr>
        </p:nvGraphicFramePr>
        <p:xfrm>
          <a:off x="4473676" y="1720645"/>
          <a:ext cx="2969344" cy="4229838"/>
        </p:xfrm>
        <a:graphic>
          <a:graphicData uri="http://schemas.openxmlformats.org/drawingml/2006/table">
            <a:tbl>
              <a:tblPr/>
              <a:tblGrid>
                <a:gridCol w="1484672">
                  <a:extLst>
                    <a:ext uri="{9D8B030D-6E8A-4147-A177-3AD203B41FA5}">
                      <a16:colId xmlns:a16="http://schemas.microsoft.com/office/drawing/2014/main" val="2881320989"/>
                    </a:ext>
                  </a:extLst>
                </a:gridCol>
                <a:gridCol w="1484672">
                  <a:extLst>
                    <a:ext uri="{9D8B030D-6E8A-4147-A177-3AD203B41FA5}">
                      <a16:colId xmlns:a16="http://schemas.microsoft.com/office/drawing/2014/main" val="1607952853"/>
                    </a:ext>
                  </a:extLst>
                </a:gridCol>
              </a:tblGrid>
              <a:tr h="409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ROUTE_ID  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RT_13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AVG_DELAY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1.0909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423887"/>
                  </a:ext>
                </a:extLst>
              </a:tr>
              <a:tr h="409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RT_05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468823"/>
                  </a:ext>
                </a:extLst>
              </a:tr>
              <a:tr h="409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RT_14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0.6471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469998"/>
                  </a:ext>
                </a:extLst>
              </a:tr>
              <a:tr h="409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RT_09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0.6250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4984309"/>
                  </a:ext>
                </a:extLst>
              </a:tr>
              <a:tr h="409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RT_02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0.5882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552827"/>
                  </a:ext>
                </a:extLst>
              </a:tr>
              <a:tr h="409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RT_18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0.5714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196531"/>
                  </a:ext>
                </a:extLst>
              </a:tr>
              <a:tr h="409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RT_01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0.5385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177297"/>
                  </a:ext>
                </a:extLst>
              </a:tr>
              <a:tr h="409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RT_12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773242"/>
                  </a:ext>
                </a:extLst>
              </a:tr>
              <a:tr h="409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RT_06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4120100"/>
                  </a:ext>
                </a:extLst>
              </a:tr>
              <a:tr h="409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RT_16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528948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EEF3B52-2E2C-81DA-D74D-E03CF075FA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5969840"/>
              </p:ext>
            </p:extLst>
          </p:nvPr>
        </p:nvGraphicFramePr>
        <p:xfrm>
          <a:off x="6946491" y="217540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82263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AC7A5-8810-91D9-FC62-1842A4116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/>
          </a:bodyPr>
          <a:lstStyle/>
          <a:p>
            <a:r>
              <a:rPr lang="en-US" dirty="0"/>
              <a:t>USE WINDOW FUNCTIONS TO RANK ALL ORDERS BY DELAY WITHIN EACH WAREHOUSE.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700" dirty="0"/>
              <a:t>select </a:t>
            </a:r>
          </a:p>
          <a:p>
            <a:pPr marL="0" indent="0">
              <a:buNone/>
            </a:pPr>
            <a:r>
              <a:rPr lang="en-US" sz="1700" dirty="0"/>
              <a:t> checkpoint, </a:t>
            </a:r>
          </a:p>
          <a:p>
            <a:pPr marL="0" indent="0">
              <a:buNone/>
            </a:pPr>
            <a:r>
              <a:rPr lang="en-US" sz="1700" dirty="0"/>
              <a:t> </a:t>
            </a:r>
            <a:r>
              <a:rPr lang="en-US" sz="1700" dirty="0" err="1"/>
              <a:t>order_id</a:t>
            </a:r>
            <a:r>
              <a:rPr lang="en-US" sz="1700" dirty="0"/>
              <a:t>,</a:t>
            </a:r>
          </a:p>
          <a:p>
            <a:pPr marL="0" indent="0">
              <a:buNone/>
            </a:pPr>
            <a:r>
              <a:rPr lang="en-US" sz="1700" dirty="0"/>
              <a:t>  </a:t>
            </a:r>
            <a:r>
              <a:rPr lang="en-US" sz="1700" dirty="0" err="1"/>
              <a:t>delay_minutes</a:t>
            </a:r>
            <a:r>
              <a:rPr lang="en-US" sz="1700" dirty="0"/>
              <a:t>,</a:t>
            </a:r>
          </a:p>
          <a:p>
            <a:pPr marL="0" indent="0">
              <a:buNone/>
            </a:pPr>
            <a:r>
              <a:rPr lang="en-US" sz="1700" dirty="0"/>
              <a:t>  round(</a:t>
            </a:r>
            <a:r>
              <a:rPr lang="en-US" sz="1700" dirty="0" err="1"/>
              <a:t>delay_minutes</a:t>
            </a:r>
            <a:r>
              <a:rPr lang="en-US" sz="1700" dirty="0"/>
              <a:t> / 1400, 2) </a:t>
            </a:r>
          </a:p>
          <a:p>
            <a:pPr marL="0" indent="0">
              <a:buNone/>
            </a:pPr>
            <a:r>
              <a:rPr lang="en-US" sz="1700" dirty="0"/>
              <a:t>as </a:t>
            </a:r>
            <a:r>
              <a:rPr lang="en-US" sz="1700" dirty="0" err="1"/>
              <a:t>delay_days</a:t>
            </a:r>
            <a:r>
              <a:rPr lang="en-US" sz="1700" dirty="0"/>
              <a:t>, </a:t>
            </a:r>
          </a:p>
          <a:p>
            <a:pPr marL="0" indent="0">
              <a:buNone/>
            </a:pPr>
            <a:r>
              <a:rPr lang="en-US" sz="1700" dirty="0"/>
              <a:t>   rank() over(  partition by checkpoint </a:t>
            </a:r>
          </a:p>
          <a:p>
            <a:pPr marL="0" indent="0">
              <a:buNone/>
            </a:pPr>
            <a:r>
              <a:rPr lang="en-US" sz="1700" dirty="0"/>
              <a:t> order by </a:t>
            </a:r>
            <a:r>
              <a:rPr lang="en-US" sz="1700" dirty="0" err="1"/>
              <a:t>delay_minutes</a:t>
            </a:r>
            <a:r>
              <a:rPr lang="en-US" sz="1700" dirty="0"/>
              <a:t> desc  ) </a:t>
            </a:r>
          </a:p>
          <a:p>
            <a:pPr marL="0" indent="0">
              <a:buNone/>
            </a:pPr>
            <a:r>
              <a:rPr lang="en-US" sz="1700" dirty="0"/>
              <a:t>as </a:t>
            </a:r>
            <a:r>
              <a:rPr lang="en-US" sz="1700" dirty="0" err="1"/>
              <a:t>delay_rank</a:t>
            </a:r>
            <a:r>
              <a:rPr lang="en-US" sz="1700" dirty="0"/>
              <a:t> </a:t>
            </a:r>
          </a:p>
          <a:p>
            <a:pPr marL="0" indent="0">
              <a:buNone/>
            </a:pPr>
            <a:r>
              <a:rPr lang="en-US" sz="1700" dirty="0"/>
              <a:t> from </a:t>
            </a:r>
            <a:r>
              <a:rPr lang="en-US" sz="1700" dirty="0" err="1"/>
              <a:t>flipkart_shipmenttracking</a:t>
            </a:r>
            <a:r>
              <a:rPr lang="en-US" sz="1700" dirty="0"/>
              <a:t>; </a:t>
            </a:r>
            <a:endParaRPr lang="en-IN" sz="17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4762BE-6325-C080-41F1-A56DA7E8D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988850"/>
              </p:ext>
            </p:extLst>
          </p:nvPr>
        </p:nvGraphicFramePr>
        <p:xfrm>
          <a:off x="4896465" y="1327354"/>
          <a:ext cx="4835879" cy="5048869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090997">
                  <a:extLst>
                    <a:ext uri="{9D8B030D-6E8A-4147-A177-3AD203B41FA5}">
                      <a16:colId xmlns:a16="http://schemas.microsoft.com/office/drawing/2014/main" val="1063399881"/>
                    </a:ext>
                  </a:extLst>
                </a:gridCol>
                <a:gridCol w="1122086">
                  <a:extLst>
                    <a:ext uri="{9D8B030D-6E8A-4147-A177-3AD203B41FA5}">
                      <a16:colId xmlns:a16="http://schemas.microsoft.com/office/drawing/2014/main" val="1197759735"/>
                    </a:ext>
                  </a:extLst>
                </a:gridCol>
                <a:gridCol w="1122086">
                  <a:extLst>
                    <a:ext uri="{9D8B030D-6E8A-4147-A177-3AD203B41FA5}">
                      <a16:colId xmlns:a16="http://schemas.microsoft.com/office/drawing/2014/main" val="1855436968"/>
                    </a:ext>
                  </a:extLst>
                </a:gridCol>
                <a:gridCol w="783220">
                  <a:extLst>
                    <a:ext uri="{9D8B030D-6E8A-4147-A177-3AD203B41FA5}">
                      <a16:colId xmlns:a16="http://schemas.microsoft.com/office/drawing/2014/main" val="1385330215"/>
                    </a:ext>
                  </a:extLst>
                </a:gridCol>
                <a:gridCol w="717490">
                  <a:extLst>
                    <a:ext uri="{9D8B030D-6E8A-4147-A177-3AD203B41FA5}">
                      <a16:colId xmlns:a16="http://schemas.microsoft.com/office/drawing/2014/main" val="1346115565"/>
                    </a:ext>
                  </a:extLst>
                </a:gridCol>
              </a:tblGrid>
              <a:tr h="628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CHECKPOINT</a:t>
                      </a:r>
                    </a:p>
                    <a:p>
                      <a:pPr>
                        <a:buNone/>
                      </a:pPr>
                      <a:endParaRPr lang="en-IN" sz="900" dirty="0"/>
                    </a:p>
                    <a:p>
                      <a:pPr>
                        <a:buNone/>
                      </a:pPr>
                      <a:r>
                        <a:rPr lang="en-IN" sz="900" dirty="0"/>
                        <a:t>Hub_1_Ahmedabad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ORDER_ID</a:t>
                      </a:r>
                    </a:p>
                    <a:p>
                      <a:pPr>
                        <a:buNone/>
                      </a:pPr>
                      <a:endParaRPr lang="en-IN" sz="900" dirty="0"/>
                    </a:p>
                    <a:p>
                      <a:pPr>
                        <a:buNone/>
                      </a:pPr>
                      <a:r>
                        <a:rPr lang="en-IN" sz="900" dirty="0"/>
                        <a:t>FLP-ORD-0263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DELAY_MINUTES</a:t>
                      </a:r>
                    </a:p>
                    <a:p>
                      <a:pPr>
                        <a:buNone/>
                      </a:pPr>
                      <a:endParaRPr lang="en-IN" sz="900" dirty="0"/>
                    </a:p>
                    <a:p>
                      <a:pPr>
                        <a:buNone/>
                      </a:pPr>
                      <a:r>
                        <a:rPr lang="en-IN" sz="900" dirty="0"/>
                        <a:t>102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DELAY_DAYS</a:t>
                      </a:r>
                    </a:p>
                    <a:p>
                      <a:pPr>
                        <a:buNone/>
                      </a:pPr>
                      <a:endParaRPr lang="en-IN" sz="900" dirty="0"/>
                    </a:p>
                    <a:p>
                      <a:pPr>
                        <a:buNone/>
                      </a:pPr>
                      <a:r>
                        <a:rPr lang="en-IN" sz="900" dirty="0"/>
                        <a:t>0.07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DELAY_RANK</a:t>
                      </a:r>
                    </a:p>
                    <a:p>
                      <a:pPr>
                        <a:buNone/>
                      </a:pPr>
                      <a:endParaRPr lang="en-IN" sz="900" dirty="0"/>
                    </a:p>
                    <a:p>
                      <a:pPr>
                        <a:buNone/>
                      </a:pPr>
                      <a:r>
                        <a:rPr lang="en-IN" sz="900" dirty="0"/>
                        <a:t>1</a:t>
                      </a:r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483381959"/>
                  </a:ext>
                </a:extLst>
              </a:tr>
              <a:tr h="368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Hub_1_Ahmedabad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FLP-ORD-0290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98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0.07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2</a:t>
                      </a:r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647071109"/>
                  </a:ext>
                </a:extLst>
              </a:tr>
              <a:tr h="368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Hub_1_Ahmedabad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FLP-ORD-0190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96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0.07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3</a:t>
                      </a:r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3362691773"/>
                  </a:ext>
                </a:extLst>
              </a:tr>
              <a:tr h="368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Hub_1_Ahmedabad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FLP-ORD-0022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93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0.07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4</a:t>
                      </a:r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574920076"/>
                  </a:ext>
                </a:extLst>
              </a:tr>
              <a:tr h="368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Hub_1_Ahmedabad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FLP-ORD-0212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87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0.06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5</a:t>
                      </a:r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3936984267"/>
                  </a:ext>
                </a:extLst>
              </a:tr>
              <a:tr h="368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Hub_1_Ahmedabad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FLP-ORD-0192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74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0.05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6</a:t>
                      </a:r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2368900891"/>
                  </a:ext>
                </a:extLst>
              </a:tr>
              <a:tr h="368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Hub_1_Ahmedabad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FLP-ORD-0228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72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0.05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7</a:t>
                      </a:r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3433113011"/>
                  </a:ext>
                </a:extLst>
              </a:tr>
              <a:tr h="368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Hub_1_Ahmedabad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FLP-ORD-0209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43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0.03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8</a:t>
                      </a:r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1261927638"/>
                  </a:ext>
                </a:extLst>
              </a:tr>
              <a:tr h="368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Hub_1_Ahmedabad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FLP-ORD-0056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42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0.03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9</a:t>
                      </a:r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1014712412"/>
                  </a:ext>
                </a:extLst>
              </a:tr>
              <a:tr h="368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Hub_1_Ahmedabad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FLP-ORD-0176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37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0.03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10</a:t>
                      </a:r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366754469"/>
                  </a:ext>
                </a:extLst>
              </a:tr>
              <a:tr h="368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Hub_1_Ahmedabad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FLP-ORD-0186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11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0.01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11</a:t>
                      </a:r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1928457962"/>
                  </a:ext>
                </a:extLst>
              </a:tr>
              <a:tr h="368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Hub_1_Ahmedabad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FLP-ORD-0136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0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0.00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12</a:t>
                      </a:r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1960106527"/>
                  </a:ext>
                </a:extLst>
              </a:tr>
              <a:tr h="368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Hub_1_Ahmedabad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FLP-ORD-0166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0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0.00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12</a:t>
                      </a:r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532860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5779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0E36F-4DD7-47A5-8342-15A7C1125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0607"/>
            <a:ext cx="10515600" cy="4090220"/>
          </a:xfrm>
        </p:spPr>
        <p:txBody>
          <a:bodyPr/>
          <a:lstStyle/>
          <a:p>
            <a:r>
              <a:rPr lang="en-US" dirty="0"/>
              <a:t>RECOMONDATION =====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è"/>
            </a:pPr>
            <a:r>
              <a:rPr lang="en-US" dirty="0"/>
              <a:t>The delivery delay analysis highlighted routes and warehouses with higher delays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dirty="0"/>
              <a:t>-identified orders with maximum delay within each warehouse.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dirty="0"/>
              <a:t>By optimizing routes, improving warehouse operations, prioritizing delay shipments and using data driven planning, delivery delays can be significantly reduced and overall efficiency can </a:t>
            </a:r>
            <a:r>
              <a:rPr lang="en-US"/>
              <a:t>be improved.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2344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50DCD-30CF-2107-0E48-DBACCA508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 : ROUTE OPTIMIZATION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4C24-3379-16F2-823A-1C7BF2130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FOR EACH ROTE CALCULATE </a:t>
            </a:r>
            <a:r>
              <a:rPr lang="en-US" dirty="0"/>
              <a:t>: </a:t>
            </a:r>
          </a:p>
          <a:p>
            <a:r>
              <a:rPr lang="en-US" sz="1600" dirty="0"/>
              <a:t>AVERAGE DELIVERY TIME</a:t>
            </a:r>
            <a:r>
              <a:rPr lang="en-US" dirty="0"/>
              <a:t>:                                          </a:t>
            </a:r>
            <a:r>
              <a:rPr lang="en-US" sz="1800" dirty="0"/>
              <a:t>AVERAGE TRAFFIC DELAY</a:t>
            </a:r>
            <a:r>
              <a:rPr lang="en-US" dirty="0"/>
              <a:t>:</a:t>
            </a:r>
            <a:endParaRPr lang="en-US" sz="2000" dirty="0"/>
          </a:p>
          <a:p>
            <a:r>
              <a:rPr lang="en-IN" sz="2000" dirty="0"/>
              <a:t>                                                                                                          </a:t>
            </a:r>
            <a:r>
              <a:rPr lang="en-US" sz="2000" dirty="0"/>
              <a:t>select </a:t>
            </a:r>
          </a:p>
          <a:p>
            <a:r>
              <a:rPr lang="en-US" sz="2000" dirty="0"/>
              <a:t>                                                                                                           avg(</a:t>
            </a:r>
            <a:r>
              <a:rPr lang="en-US" sz="2000" dirty="0" err="1"/>
              <a:t>traffic_delay_min</a:t>
            </a:r>
            <a:r>
              <a:rPr lang="en-US" sz="2000" dirty="0"/>
              <a:t>) as</a:t>
            </a:r>
          </a:p>
          <a:p>
            <a:pPr marL="0" indent="0">
              <a:buNone/>
            </a:pPr>
            <a:r>
              <a:rPr lang="en-US" sz="2000" dirty="0"/>
              <a:t>                                                                                                              </a:t>
            </a:r>
            <a:r>
              <a:rPr lang="en-US" sz="2000" dirty="0" err="1"/>
              <a:t>avg_traffic_delay</a:t>
            </a:r>
            <a:r>
              <a:rPr lang="en-US" sz="2000" dirty="0"/>
              <a:t>  from                                                                                                 </a:t>
            </a:r>
            <a:endParaRPr lang="en-IN" sz="2000" dirty="0"/>
          </a:p>
          <a:p>
            <a:r>
              <a:rPr lang="en-IN" sz="2000" dirty="0"/>
              <a:t>                                                                                                          </a:t>
            </a:r>
            <a:r>
              <a:rPr lang="en-IN" sz="2000" dirty="0" err="1"/>
              <a:t>flipkart_routes</a:t>
            </a:r>
            <a:r>
              <a:rPr lang="en-IN" sz="2000" dirty="0"/>
              <a:t>;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FC2477-551A-080B-0FEF-17D483023403}"/>
              </a:ext>
            </a:extLst>
          </p:cNvPr>
          <p:cNvSpPr txBox="1"/>
          <p:nvPr/>
        </p:nvSpPr>
        <p:spPr>
          <a:xfrm>
            <a:off x="1160205" y="2974258"/>
            <a:ext cx="38247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select</a:t>
            </a:r>
          </a:p>
          <a:p>
            <a:r>
              <a:rPr lang="en-US" dirty="0"/>
              <a:t>  avg(</a:t>
            </a:r>
            <a:r>
              <a:rPr lang="en-US" dirty="0" err="1"/>
              <a:t>datediff</a:t>
            </a:r>
            <a:r>
              <a:rPr lang="en-US" dirty="0"/>
              <a:t>(</a:t>
            </a:r>
            <a:r>
              <a:rPr lang="en-US" dirty="0" err="1"/>
              <a:t>actual_delivery_date</a:t>
            </a:r>
            <a:r>
              <a:rPr lang="en-US" dirty="0"/>
              <a:t>,</a:t>
            </a:r>
          </a:p>
          <a:p>
            <a:r>
              <a:rPr lang="en-US" dirty="0"/>
              <a:t>  </a:t>
            </a:r>
            <a:r>
              <a:rPr lang="en-US" dirty="0" err="1"/>
              <a:t>order_date</a:t>
            </a:r>
            <a:r>
              <a:rPr lang="en-US" dirty="0"/>
              <a:t>)) as </a:t>
            </a:r>
            <a:r>
              <a:rPr lang="en-US" dirty="0" err="1"/>
              <a:t>avg_delivery_time_days</a:t>
            </a:r>
            <a:r>
              <a:rPr lang="en-US" dirty="0"/>
              <a:t> </a:t>
            </a:r>
          </a:p>
          <a:p>
            <a:r>
              <a:rPr lang="en-US" dirty="0"/>
              <a:t> from </a:t>
            </a:r>
            <a:r>
              <a:rPr lang="en-US" dirty="0" err="1"/>
              <a:t>flipkart_orders</a:t>
            </a:r>
            <a:r>
              <a:rPr lang="en-US" dirty="0"/>
              <a:t>;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40D436-A76C-FF92-E613-ACCA9CD268ED}"/>
              </a:ext>
            </a:extLst>
          </p:cNvPr>
          <p:cNvSpPr/>
          <p:nvPr/>
        </p:nvSpPr>
        <p:spPr>
          <a:xfrm>
            <a:off x="1160205" y="4699819"/>
            <a:ext cx="2654711" cy="900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Avg_delivery_time_days</a:t>
            </a:r>
            <a:endParaRPr lang="en-US" dirty="0"/>
          </a:p>
          <a:p>
            <a:pPr algn="ctr"/>
            <a:r>
              <a:rPr lang="en-US" dirty="0"/>
              <a:t> 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D478019-DB4A-B070-4B65-384B663F5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913309"/>
              </p:ext>
            </p:extLst>
          </p:nvPr>
        </p:nvGraphicFramePr>
        <p:xfrm>
          <a:off x="9842090" y="3818414"/>
          <a:ext cx="1511709" cy="365760"/>
        </p:xfrm>
        <a:graphic>
          <a:graphicData uri="http://schemas.openxmlformats.org/drawingml/2006/table">
            <a:tbl>
              <a:tblPr/>
              <a:tblGrid>
                <a:gridCol w="1511709">
                  <a:extLst>
                    <a:ext uri="{9D8B030D-6E8A-4147-A177-3AD203B41FA5}">
                      <a16:colId xmlns:a16="http://schemas.microsoft.com/office/drawing/2014/main" val="2389710348"/>
                    </a:ext>
                  </a:extLst>
                </a:gridCol>
              </a:tblGrid>
              <a:tr h="16365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42948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5855336-4D73-777E-D8E9-539B6EB6D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775967"/>
              </p:ext>
            </p:extLst>
          </p:nvPr>
        </p:nvGraphicFramePr>
        <p:xfrm>
          <a:off x="1747682" y="5131394"/>
          <a:ext cx="1324897" cy="365760"/>
        </p:xfrm>
        <a:graphic>
          <a:graphicData uri="http://schemas.openxmlformats.org/drawingml/2006/table">
            <a:tbl>
              <a:tblPr/>
              <a:tblGrid>
                <a:gridCol w="1324897">
                  <a:extLst>
                    <a:ext uri="{9D8B030D-6E8A-4147-A177-3AD203B41FA5}">
                      <a16:colId xmlns:a16="http://schemas.microsoft.com/office/drawing/2014/main" val="17537030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4.5067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86513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B647BE04-C422-F42B-90B8-A1854C9BE4DA}"/>
              </a:ext>
            </a:extLst>
          </p:cNvPr>
          <p:cNvSpPr/>
          <p:nvPr/>
        </p:nvSpPr>
        <p:spPr>
          <a:xfrm>
            <a:off x="6695768" y="4713817"/>
            <a:ext cx="3146322" cy="9004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Avg_traffic_delay</a:t>
            </a:r>
            <a:endParaRPr lang="en-US" dirty="0"/>
          </a:p>
          <a:p>
            <a:pPr algn="ctr"/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CAB2CA4-5E4F-370F-834B-46DE2AA43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64160"/>
              </p:ext>
            </p:extLst>
          </p:nvPr>
        </p:nvGraphicFramePr>
        <p:xfrm>
          <a:off x="7541342" y="5131394"/>
          <a:ext cx="2131142" cy="365760"/>
        </p:xfrm>
        <a:graphic>
          <a:graphicData uri="http://schemas.openxmlformats.org/drawingml/2006/table">
            <a:tbl>
              <a:tblPr/>
              <a:tblGrid>
                <a:gridCol w="2131142">
                  <a:extLst>
                    <a:ext uri="{9D8B030D-6E8A-4147-A177-3AD203B41FA5}">
                      <a16:colId xmlns:a16="http://schemas.microsoft.com/office/drawing/2014/main" val="38446956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46.8500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6644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8512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B15D8-8CE2-8F8D-B5E1-6D6339026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3329"/>
            <a:ext cx="10515600" cy="4611329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    DISTANCE TO TIME EFFICIENCY RATIO : DISTANCE_KM /          AVERAGE_TRAVEL_TIME_MIN.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select  </a:t>
            </a:r>
            <a:br>
              <a:rPr lang="en-US" sz="2400" dirty="0"/>
            </a:br>
            <a:r>
              <a:rPr lang="en-US" sz="2400" dirty="0"/>
              <a:t>avg(</a:t>
            </a:r>
            <a:r>
              <a:rPr lang="en-US" sz="2400" dirty="0" err="1"/>
              <a:t>distance_km</a:t>
            </a:r>
            <a:r>
              <a:rPr lang="en-US" sz="2400" dirty="0"/>
              <a:t> / </a:t>
            </a:r>
            <a:r>
              <a:rPr lang="en-US" sz="2400" dirty="0" err="1"/>
              <a:t>Average_Travel_Time_Min</a:t>
            </a:r>
            <a:r>
              <a:rPr lang="en-US" sz="2400" dirty="0"/>
              <a:t>) </a:t>
            </a:r>
            <a:br>
              <a:rPr lang="en-US" sz="2400" dirty="0"/>
            </a:br>
            <a:r>
              <a:rPr lang="en-US" sz="2400" dirty="0"/>
              <a:t>as  </a:t>
            </a:r>
            <a:r>
              <a:rPr lang="en-US" sz="2400" dirty="0" err="1"/>
              <a:t>efficiency_ratio</a:t>
            </a:r>
            <a:r>
              <a:rPr lang="en-US" sz="2400" dirty="0"/>
              <a:t>  </a:t>
            </a:r>
            <a:br>
              <a:rPr lang="en-US" sz="2400" dirty="0"/>
            </a:br>
            <a:r>
              <a:rPr lang="en-US" sz="2400" dirty="0"/>
              <a:t>from </a:t>
            </a:r>
            <a:r>
              <a:rPr lang="en-US" sz="2400" dirty="0" err="1"/>
              <a:t>flipkart_routes</a:t>
            </a:r>
            <a:r>
              <a:rPr lang="en-US" sz="2400" dirty="0"/>
              <a:t>; 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IN" sz="24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8899F03-B6DB-10E8-69BB-A4818CC2E8E0}"/>
              </a:ext>
            </a:extLst>
          </p:cNvPr>
          <p:cNvSpPr/>
          <p:nvPr/>
        </p:nvSpPr>
        <p:spPr>
          <a:xfrm>
            <a:off x="2743197" y="3288891"/>
            <a:ext cx="3736259" cy="2005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Efficiency_ratio</a:t>
            </a:r>
            <a:endParaRPr lang="en-US" dirty="0"/>
          </a:p>
          <a:p>
            <a:pPr algn="ctr"/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C8A16C-402B-FE23-5AFC-EE9FFAE8A8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193798"/>
              </p:ext>
            </p:extLst>
          </p:nvPr>
        </p:nvGraphicFramePr>
        <p:xfrm>
          <a:off x="3565422" y="4496839"/>
          <a:ext cx="1777181" cy="365760"/>
        </p:xfrm>
        <a:graphic>
          <a:graphicData uri="http://schemas.openxmlformats.org/drawingml/2006/table">
            <a:tbl>
              <a:tblPr/>
              <a:tblGrid>
                <a:gridCol w="1777181">
                  <a:extLst>
                    <a:ext uri="{9D8B030D-6E8A-4147-A177-3AD203B41FA5}">
                      <a16:colId xmlns:a16="http://schemas.microsoft.com/office/drawing/2014/main" val="19705942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2.64223491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196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1402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AE02E-6BB7-134D-5C0C-F85E8ED34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7923"/>
            <a:ext cx="10515600" cy="546904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IDENTIFY 3 ROUTES WITH THE WORST EFFICIENCY RATIO.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route_id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 avg(</a:t>
            </a:r>
            <a:r>
              <a:rPr lang="en-US" dirty="0" err="1"/>
              <a:t>distance_km</a:t>
            </a:r>
            <a:r>
              <a:rPr lang="en-US" dirty="0"/>
              <a:t> / </a:t>
            </a:r>
          </a:p>
          <a:p>
            <a:pPr marL="0" indent="0">
              <a:buNone/>
            </a:pPr>
            <a:r>
              <a:rPr lang="en-US" dirty="0" err="1"/>
              <a:t>Average_Travel_Time_Min</a:t>
            </a:r>
            <a:r>
              <a:rPr lang="en-US" dirty="0"/>
              <a:t>)      </a:t>
            </a:r>
          </a:p>
          <a:p>
            <a:pPr marL="0" indent="0">
              <a:buNone/>
            </a:pPr>
            <a:r>
              <a:rPr lang="en-US" dirty="0"/>
              <a:t>as   </a:t>
            </a:r>
            <a:r>
              <a:rPr lang="en-US" dirty="0" err="1"/>
              <a:t>efficiency_ratio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from </a:t>
            </a:r>
            <a:r>
              <a:rPr lang="en-US" dirty="0" err="1"/>
              <a:t>flipkart_routes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group by </a:t>
            </a:r>
            <a:r>
              <a:rPr lang="en-US" dirty="0" err="1"/>
              <a:t>Route_ID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order by </a:t>
            </a:r>
            <a:r>
              <a:rPr lang="en-US" dirty="0" err="1"/>
              <a:t>efficiency_ratio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asc</a:t>
            </a:r>
            <a:r>
              <a:rPr lang="en-US" dirty="0"/>
              <a:t>  limit 3; 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F01A41-6D7B-F125-D8BE-E747809D61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165929"/>
              </p:ext>
            </p:extLst>
          </p:nvPr>
        </p:nvGraphicFramePr>
        <p:xfrm>
          <a:off x="5889523" y="2930013"/>
          <a:ext cx="5464277" cy="216029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22306">
                  <a:extLst>
                    <a:ext uri="{9D8B030D-6E8A-4147-A177-3AD203B41FA5}">
                      <a16:colId xmlns:a16="http://schemas.microsoft.com/office/drawing/2014/main" val="2187055924"/>
                    </a:ext>
                  </a:extLst>
                </a:gridCol>
                <a:gridCol w="2741971">
                  <a:extLst>
                    <a:ext uri="{9D8B030D-6E8A-4147-A177-3AD203B41FA5}">
                      <a16:colId xmlns:a16="http://schemas.microsoft.com/office/drawing/2014/main" val="837215838"/>
                    </a:ext>
                  </a:extLst>
                </a:gridCol>
              </a:tblGrid>
              <a:tr h="622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ROUTE_ID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RT_13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EFFICIENCY_RATIO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0.72790000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480943"/>
                  </a:ext>
                </a:extLst>
              </a:tr>
              <a:tr h="622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RT_14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1.00110000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2483203"/>
                  </a:ext>
                </a:extLst>
              </a:tr>
              <a:tr h="622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RT_03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1.12950000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497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3317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BC8B7-C043-8C3D-5398-814E994A0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1110"/>
            <a:ext cx="10515600" cy="5655853"/>
          </a:xfrm>
        </p:spPr>
        <p:txBody>
          <a:bodyPr>
            <a:normAutofit/>
          </a:bodyPr>
          <a:lstStyle/>
          <a:p>
            <a:r>
              <a:rPr lang="en-US" dirty="0"/>
              <a:t>FIND ROUTES WITH  &gt; 20% DELAYED SHIPMENTS.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200" dirty="0"/>
              <a:t>select  </a:t>
            </a:r>
            <a:r>
              <a:rPr lang="en-US" sz="1200" dirty="0" err="1"/>
              <a:t>route_id</a:t>
            </a:r>
            <a:r>
              <a:rPr lang="en-US" sz="1200" dirty="0"/>
              <a:t>, </a:t>
            </a:r>
          </a:p>
          <a:p>
            <a:pPr marL="0" indent="0">
              <a:buNone/>
            </a:pPr>
            <a:r>
              <a:rPr lang="en-US" sz="1200" dirty="0"/>
              <a:t> count(case when </a:t>
            </a:r>
          </a:p>
          <a:p>
            <a:pPr marL="0" indent="0">
              <a:buNone/>
            </a:pPr>
            <a:r>
              <a:rPr lang="en-US" sz="1200" dirty="0" err="1"/>
              <a:t>actual_delivery_date</a:t>
            </a:r>
            <a:r>
              <a:rPr lang="en-US" sz="1200" dirty="0"/>
              <a:t> &gt;</a:t>
            </a:r>
          </a:p>
          <a:p>
            <a:pPr marL="0" indent="0">
              <a:buNone/>
            </a:pPr>
            <a:r>
              <a:rPr lang="en-US" sz="1200" dirty="0"/>
              <a:t>  </a:t>
            </a:r>
            <a:r>
              <a:rPr lang="en-US" sz="1200" dirty="0" err="1"/>
              <a:t>expected_delivery_date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 then 1 end)</a:t>
            </a:r>
          </a:p>
          <a:p>
            <a:pPr marL="0" indent="0">
              <a:buNone/>
            </a:pPr>
            <a:r>
              <a:rPr lang="en-US" sz="1200" dirty="0"/>
              <a:t> *100.0  / count(*)</a:t>
            </a:r>
          </a:p>
          <a:p>
            <a:pPr marL="0" indent="0">
              <a:buNone/>
            </a:pPr>
            <a:r>
              <a:rPr lang="en-US" sz="1200" dirty="0"/>
              <a:t> as </a:t>
            </a:r>
            <a:r>
              <a:rPr lang="en-US" sz="1200" dirty="0" err="1"/>
              <a:t>delay_percentage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  from </a:t>
            </a:r>
            <a:r>
              <a:rPr lang="en-US" sz="1200" dirty="0" err="1"/>
              <a:t>flipkart_orders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  group by </a:t>
            </a:r>
            <a:r>
              <a:rPr lang="en-US" sz="1200" dirty="0" err="1"/>
              <a:t>route_id</a:t>
            </a:r>
            <a:r>
              <a:rPr lang="en-US" sz="1200" dirty="0"/>
              <a:t> </a:t>
            </a:r>
          </a:p>
          <a:p>
            <a:pPr marL="0" indent="0">
              <a:buNone/>
            </a:pPr>
            <a:r>
              <a:rPr lang="en-US" sz="1200" dirty="0"/>
              <a:t> having </a:t>
            </a:r>
            <a:r>
              <a:rPr lang="en-US" sz="1200" dirty="0" err="1"/>
              <a:t>delay_percentage</a:t>
            </a:r>
            <a:r>
              <a:rPr lang="en-US" sz="1200" dirty="0"/>
              <a:t> &gt; 20</a:t>
            </a:r>
            <a:r>
              <a:rPr lang="en-US" dirty="0"/>
              <a:t>; 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E8BCE5-DDDA-6F38-5C8F-2352AD722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05424"/>
              </p:ext>
            </p:extLst>
          </p:nvPr>
        </p:nvGraphicFramePr>
        <p:xfrm>
          <a:off x="3018503" y="1179199"/>
          <a:ext cx="4031226" cy="4864643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015613">
                  <a:extLst>
                    <a:ext uri="{9D8B030D-6E8A-4147-A177-3AD203B41FA5}">
                      <a16:colId xmlns:a16="http://schemas.microsoft.com/office/drawing/2014/main" val="1059268580"/>
                    </a:ext>
                  </a:extLst>
                </a:gridCol>
                <a:gridCol w="2015613">
                  <a:extLst>
                    <a:ext uri="{9D8B030D-6E8A-4147-A177-3AD203B41FA5}">
                      <a16:colId xmlns:a16="http://schemas.microsoft.com/office/drawing/2014/main" val="329871903"/>
                    </a:ext>
                  </a:extLst>
                </a:gridCol>
              </a:tblGrid>
              <a:tr h="2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ROUTE_ID</a:t>
                      </a:r>
                    </a:p>
                    <a:p>
                      <a:pPr>
                        <a:buNone/>
                      </a:pPr>
                      <a:r>
                        <a:rPr lang="en-IN" sz="1500" dirty="0"/>
                        <a:t>RT_14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DELAY_PERCENTAGE</a:t>
                      </a:r>
                    </a:p>
                    <a:p>
                      <a:pPr>
                        <a:buNone/>
                      </a:pPr>
                      <a:r>
                        <a:rPr lang="en-IN" sz="1500" dirty="0"/>
                        <a:t>35.29412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959214050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RT_12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27.77778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840274085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RT_10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21.05263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24137480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RT_05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40.00000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831990282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RT_17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33.33333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933628433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RT_15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23.52941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334146865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RT_13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54.54545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895809563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RT_18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28.57143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581300303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RT_06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33.33333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618316983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RT_01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30.76923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451821279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RT_09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31.25000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890018826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RT_16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30.00000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180794928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RT_07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22.22222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947489769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RT_02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29.41176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508195216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7312BC5-14F8-A54B-4E66-E5D61690FA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1379515"/>
              </p:ext>
            </p:extLst>
          </p:nvPr>
        </p:nvGraphicFramePr>
        <p:xfrm>
          <a:off x="7049729" y="197743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06357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806C6-4C68-C2EE-B924-98E4AFA5A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1055"/>
          </a:xfrm>
        </p:spPr>
        <p:txBody>
          <a:bodyPr>
            <a:normAutofit/>
          </a:bodyPr>
          <a:lstStyle/>
          <a:p>
            <a:r>
              <a:rPr lang="en-US" dirty="0"/>
              <a:t>RECOMONDATION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BDF63-04FA-3DEC-FC53-A13E49B54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IDENTIFYING ROUTES WITH LOW EFFICIENCY AND HIGH DELAY PERCENTAGE.</a:t>
            </a:r>
          </a:p>
          <a:p>
            <a:r>
              <a:rPr lang="en-US" dirty="0"/>
              <a:t>THESE ROUTES SHOWED LONGER TRAVEL TIMES AND FREQUENT DELAYS</a:t>
            </a:r>
          </a:p>
          <a:p>
            <a:r>
              <a:rPr lang="en-US" dirty="0"/>
              <a:t>SO I RECOMMENED ROUTE REDESIGN, TRAFFIC OPTIMIZATION AND IMPROVING WAREHOUSE OPERATIONS.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1160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CD4DE-1F4D-FB93-A20E-C220F9E05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4 : WAREHOUSE PERFORMANCE :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A88A4-0E1F-F5DC-0F53-0E98CAA75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TOP 3 WAREHOUSES WITH THE HIGHEST AVERAGE PROCESSING TIME.</a:t>
            </a:r>
          </a:p>
          <a:p>
            <a:endParaRPr lang="en-US" dirty="0"/>
          </a:p>
          <a:p>
            <a:r>
              <a:rPr lang="en-US" sz="1200" dirty="0"/>
              <a:t>select  </a:t>
            </a:r>
          </a:p>
          <a:p>
            <a:r>
              <a:rPr lang="en-US" sz="1200" dirty="0" err="1"/>
              <a:t>warehouse_id</a:t>
            </a:r>
            <a:r>
              <a:rPr lang="en-US" sz="1200" dirty="0"/>
              <a:t>,</a:t>
            </a:r>
          </a:p>
          <a:p>
            <a:r>
              <a:rPr lang="en-US" sz="1200" dirty="0"/>
              <a:t>  </a:t>
            </a:r>
            <a:r>
              <a:rPr lang="en-US" sz="1200" dirty="0" err="1"/>
              <a:t>Average_Processing_Time_Min</a:t>
            </a:r>
            <a:endParaRPr lang="en-US" sz="1200" dirty="0"/>
          </a:p>
          <a:p>
            <a:r>
              <a:rPr lang="en-US" sz="1200" dirty="0"/>
              <a:t>  from </a:t>
            </a:r>
            <a:r>
              <a:rPr lang="en-US" sz="1200" dirty="0" err="1"/>
              <a:t>flipkart_warehouses</a:t>
            </a:r>
            <a:r>
              <a:rPr lang="en-US" sz="1200" dirty="0"/>
              <a:t>  </a:t>
            </a:r>
          </a:p>
          <a:p>
            <a:r>
              <a:rPr lang="en-US" sz="1200" dirty="0"/>
              <a:t>order by </a:t>
            </a:r>
            <a:r>
              <a:rPr lang="en-US" sz="1200" dirty="0" err="1"/>
              <a:t>Average_Processing_Time_Min</a:t>
            </a:r>
            <a:r>
              <a:rPr lang="en-US" sz="1200" dirty="0"/>
              <a:t> </a:t>
            </a:r>
          </a:p>
          <a:p>
            <a:r>
              <a:rPr lang="en-US" sz="1200" dirty="0"/>
              <a:t>desc  limit 3; </a:t>
            </a:r>
            <a:endParaRPr lang="en-IN" sz="1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742A59-8A5C-3789-87A1-32FB101FE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039601"/>
              </p:ext>
            </p:extLst>
          </p:nvPr>
        </p:nvGraphicFramePr>
        <p:xfrm>
          <a:off x="4522838" y="3452654"/>
          <a:ext cx="6830962" cy="15849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415481">
                  <a:extLst>
                    <a:ext uri="{9D8B030D-6E8A-4147-A177-3AD203B41FA5}">
                      <a16:colId xmlns:a16="http://schemas.microsoft.com/office/drawing/2014/main" val="4102885185"/>
                    </a:ext>
                  </a:extLst>
                </a:gridCol>
                <a:gridCol w="3415481">
                  <a:extLst>
                    <a:ext uri="{9D8B030D-6E8A-4147-A177-3AD203B41FA5}">
                      <a16:colId xmlns:a16="http://schemas.microsoft.com/office/drawing/2014/main" val="21217895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WAREHOUSE_ID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WH_10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AVERAGE_PROCESSING_TIME_MIN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117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0208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WH_09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5837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008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1579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29300-1C0D-36AB-43D6-1B1639EA8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7252"/>
            <a:ext cx="10515600" cy="5429711"/>
          </a:xfrm>
        </p:spPr>
        <p:txBody>
          <a:bodyPr>
            <a:normAutofit/>
          </a:bodyPr>
          <a:lstStyle/>
          <a:p>
            <a:r>
              <a:rPr lang="en-US" dirty="0"/>
              <a:t>CALCULATE TOTAL VS DELAYED SHIPMENTS FOR EACH WAREHOUSE.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100" dirty="0"/>
              <a:t>select  </a:t>
            </a:r>
          </a:p>
          <a:p>
            <a:pPr marL="0" indent="0">
              <a:buNone/>
            </a:pPr>
            <a:r>
              <a:rPr lang="en-US" sz="1100" dirty="0" err="1"/>
              <a:t>warehouse_id,count</a:t>
            </a:r>
            <a:r>
              <a:rPr lang="en-US" sz="1100" dirty="0"/>
              <a:t>(*)</a:t>
            </a:r>
          </a:p>
          <a:p>
            <a:pPr marL="0" indent="0">
              <a:buNone/>
            </a:pPr>
            <a:r>
              <a:rPr lang="en-US" sz="1100" dirty="0"/>
              <a:t> as </a:t>
            </a:r>
            <a:r>
              <a:rPr lang="en-US" sz="1100" dirty="0" err="1"/>
              <a:t>total_shipments</a:t>
            </a:r>
            <a:r>
              <a:rPr lang="en-US" sz="1100" dirty="0"/>
              <a:t>,</a:t>
            </a:r>
          </a:p>
          <a:p>
            <a:pPr marL="0" indent="0">
              <a:buNone/>
            </a:pPr>
            <a:r>
              <a:rPr lang="en-US" sz="1100" dirty="0"/>
              <a:t>count(case when </a:t>
            </a:r>
          </a:p>
          <a:p>
            <a:pPr marL="0" indent="0">
              <a:buNone/>
            </a:pPr>
            <a:r>
              <a:rPr lang="en-US" sz="1100" dirty="0" err="1"/>
              <a:t>actual_delivery_date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/>
              <a:t>&gt;</a:t>
            </a:r>
            <a:r>
              <a:rPr lang="en-US" sz="1100" dirty="0" err="1"/>
              <a:t>expected_delivery_date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/>
              <a:t> then 1 end ) as </a:t>
            </a:r>
            <a:r>
              <a:rPr lang="en-US" sz="1100" dirty="0" err="1"/>
              <a:t>delayed_shipments</a:t>
            </a:r>
            <a:r>
              <a:rPr lang="en-US" sz="1100" dirty="0"/>
              <a:t> </a:t>
            </a:r>
          </a:p>
          <a:p>
            <a:pPr marL="0" indent="0">
              <a:buNone/>
            </a:pPr>
            <a:r>
              <a:rPr lang="en-US" sz="1100" dirty="0"/>
              <a:t>from </a:t>
            </a:r>
            <a:r>
              <a:rPr lang="en-US" sz="1100" dirty="0" err="1"/>
              <a:t>flipkart_orders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/>
              <a:t>group by </a:t>
            </a:r>
            <a:r>
              <a:rPr lang="en-US" sz="1100" dirty="0" err="1"/>
              <a:t>Warehouse_ID</a:t>
            </a:r>
            <a:r>
              <a:rPr lang="en-US" sz="1100" dirty="0"/>
              <a:t>;</a:t>
            </a:r>
            <a:endParaRPr lang="en-IN" sz="11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602562-83FC-CAF4-F961-8446A333B1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672553"/>
              </p:ext>
            </p:extLst>
          </p:nvPr>
        </p:nvGraphicFramePr>
        <p:xfrm>
          <a:off x="3215148" y="1513522"/>
          <a:ext cx="4599037" cy="4716693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511413">
                  <a:extLst>
                    <a:ext uri="{9D8B030D-6E8A-4147-A177-3AD203B41FA5}">
                      <a16:colId xmlns:a16="http://schemas.microsoft.com/office/drawing/2014/main" val="1764781591"/>
                    </a:ext>
                  </a:extLst>
                </a:gridCol>
                <a:gridCol w="1543812">
                  <a:extLst>
                    <a:ext uri="{9D8B030D-6E8A-4147-A177-3AD203B41FA5}">
                      <a16:colId xmlns:a16="http://schemas.microsoft.com/office/drawing/2014/main" val="1736094666"/>
                    </a:ext>
                  </a:extLst>
                </a:gridCol>
                <a:gridCol w="1543812">
                  <a:extLst>
                    <a:ext uri="{9D8B030D-6E8A-4147-A177-3AD203B41FA5}">
                      <a16:colId xmlns:a16="http://schemas.microsoft.com/office/drawing/2014/main" val="2356014262"/>
                    </a:ext>
                  </a:extLst>
                </a:gridCol>
              </a:tblGrid>
              <a:tr h="130787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  <a:p>
                      <a:pPr>
                        <a:buNone/>
                      </a:pPr>
                      <a:r>
                        <a:rPr lang="en-IN" sz="1400" dirty="0"/>
                        <a:t>WAREHOUSE_ID</a:t>
                      </a:r>
                    </a:p>
                    <a:p>
                      <a:pPr>
                        <a:buNone/>
                      </a:pPr>
                      <a:endParaRPr lang="en-IN" sz="1400" dirty="0"/>
                    </a:p>
                    <a:p>
                      <a:pPr>
                        <a:buNone/>
                      </a:pPr>
                      <a:r>
                        <a:rPr lang="en-IN" sz="1400" dirty="0"/>
                        <a:t>WH_07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  <a:p>
                      <a:pPr>
                        <a:buNone/>
                      </a:pPr>
                      <a:r>
                        <a:rPr lang="en-IN" sz="1400" dirty="0"/>
                        <a:t>TOTAL_SHIPMENTS     </a:t>
                      </a:r>
                    </a:p>
                    <a:p>
                      <a:pPr>
                        <a:buNone/>
                      </a:pPr>
                      <a:endParaRPr lang="en-IN" sz="1400" dirty="0"/>
                    </a:p>
                    <a:p>
                      <a:pPr>
                        <a:buNone/>
                      </a:pPr>
                      <a:r>
                        <a:rPr lang="en-IN" sz="1400" dirty="0"/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  <a:p>
                      <a:pPr>
                        <a:buNone/>
                      </a:pPr>
                      <a:endParaRPr lang="en-IN" sz="1400" dirty="0"/>
                    </a:p>
                    <a:p>
                      <a:pPr>
                        <a:buNone/>
                      </a:pPr>
                      <a:r>
                        <a:rPr lang="en-IN" sz="1400" dirty="0"/>
                        <a:t>DELAYED_SHIPMENTS</a:t>
                      </a:r>
                    </a:p>
                    <a:p>
                      <a:pPr>
                        <a:buNone/>
                      </a:pPr>
                      <a:endParaRPr lang="en-IN" sz="1400" dirty="0"/>
                    </a:p>
                    <a:p>
                      <a:pPr>
                        <a:buNone/>
                      </a:pPr>
                      <a:r>
                        <a:rPr lang="en-IN" sz="1400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869299"/>
                  </a:ext>
                </a:extLst>
              </a:tr>
              <a:tr h="371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5471883"/>
                  </a:ext>
                </a:extLst>
              </a:tr>
              <a:tr h="371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WH_04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1475711"/>
                  </a:ext>
                </a:extLst>
              </a:tr>
              <a:tr h="371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WH_02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9522172"/>
                  </a:ext>
                </a:extLst>
              </a:tr>
              <a:tr h="371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WH_09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2901779"/>
                  </a:ext>
                </a:extLst>
              </a:tr>
              <a:tr h="371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WH_10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8359956"/>
                  </a:ext>
                </a:extLst>
              </a:tr>
              <a:tr h="371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WH_08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7901843"/>
                  </a:ext>
                </a:extLst>
              </a:tr>
              <a:tr h="371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WH_05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0861756"/>
                  </a:ext>
                </a:extLst>
              </a:tr>
              <a:tr h="371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WH_06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6296485"/>
                  </a:ext>
                </a:extLst>
              </a:tr>
              <a:tr h="371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WH_03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1423340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9A21A45-D9D7-FE13-0F1C-35D1A052CB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2848118"/>
              </p:ext>
            </p:extLst>
          </p:nvPr>
        </p:nvGraphicFramePr>
        <p:xfrm>
          <a:off x="8209936" y="1730476"/>
          <a:ext cx="3578942" cy="2989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39205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493DF-64A2-88AB-4D9D-2A8DF54BE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4129"/>
            <a:ext cx="10596716" cy="6105832"/>
          </a:xfrm>
        </p:spPr>
        <p:txBody>
          <a:bodyPr>
            <a:normAutofit/>
          </a:bodyPr>
          <a:lstStyle/>
          <a:p>
            <a:r>
              <a:rPr lang="en-US" dirty="0"/>
              <a:t>USE CTEs TO FIND BOTTLENECK WAREHOUSES WHERE PROCESSING TIME &gt; GLOBAL AVERAGE .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sz="1500" dirty="0"/>
              <a:t>with </a:t>
            </a:r>
            <a:r>
              <a:rPr lang="en-IN" sz="1500" dirty="0" err="1"/>
              <a:t>avgprocess</a:t>
            </a:r>
            <a:endParaRPr lang="en-IN" sz="1500" dirty="0"/>
          </a:p>
          <a:p>
            <a:pPr marL="0" indent="0">
              <a:buNone/>
            </a:pPr>
            <a:r>
              <a:rPr lang="en-IN" sz="1500" dirty="0"/>
              <a:t> as(select </a:t>
            </a:r>
          </a:p>
          <a:p>
            <a:pPr marL="0" indent="0">
              <a:buNone/>
            </a:pPr>
            <a:r>
              <a:rPr lang="en-IN" sz="1500" dirty="0" err="1"/>
              <a:t>avg</a:t>
            </a:r>
            <a:r>
              <a:rPr lang="en-IN" sz="1500" dirty="0"/>
              <a:t>(</a:t>
            </a:r>
            <a:r>
              <a:rPr lang="en-IN" sz="1500" dirty="0" err="1"/>
              <a:t>average_processing_time_min</a:t>
            </a:r>
            <a:r>
              <a:rPr lang="en-IN" sz="1500" dirty="0"/>
              <a:t>)</a:t>
            </a:r>
          </a:p>
          <a:p>
            <a:pPr marL="0" indent="0">
              <a:buNone/>
            </a:pPr>
            <a:r>
              <a:rPr lang="en-IN" sz="1500" dirty="0"/>
              <a:t> as </a:t>
            </a:r>
            <a:r>
              <a:rPr lang="en-IN" sz="1500" dirty="0" err="1"/>
              <a:t>global_avg</a:t>
            </a:r>
            <a:r>
              <a:rPr lang="en-IN" sz="1500" dirty="0"/>
              <a:t>  from</a:t>
            </a:r>
          </a:p>
          <a:p>
            <a:pPr marL="0" indent="0">
              <a:buNone/>
            </a:pPr>
            <a:r>
              <a:rPr lang="en-IN" sz="1500" dirty="0" err="1"/>
              <a:t>flipkart_warehouses</a:t>
            </a:r>
            <a:r>
              <a:rPr lang="en-IN" sz="1500" dirty="0"/>
              <a:t>)</a:t>
            </a:r>
          </a:p>
          <a:p>
            <a:pPr marL="0" indent="0">
              <a:buNone/>
            </a:pPr>
            <a:r>
              <a:rPr lang="en-IN" sz="1500" dirty="0"/>
              <a:t>Select </a:t>
            </a:r>
            <a:r>
              <a:rPr lang="en-IN" sz="1500" dirty="0" err="1"/>
              <a:t>warehouse_id</a:t>
            </a:r>
            <a:r>
              <a:rPr lang="en-IN" sz="1500" dirty="0"/>
              <a:t>,</a:t>
            </a:r>
          </a:p>
          <a:p>
            <a:pPr marL="0" indent="0">
              <a:buNone/>
            </a:pPr>
            <a:r>
              <a:rPr lang="en-IN" sz="1500" dirty="0" err="1"/>
              <a:t>warehouse_name</a:t>
            </a:r>
            <a:r>
              <a:rPr lang="en-IN" sz="1500" dirty="0"/>
              <a:t>,</a:t>
            </a:r>
          </a:p>
          <a:p>
            <a:pPr marL="0" indent="0">
              <a:buNone/>
            </a:pPr>
            <a:r>
              <a:rPr lang="en-IN" sz="1500" dirty="0" err="1"/>
              <a:t>average_processing_time_min</a:t>
            </a:r>
            <a:endParaRPr lang="en-IN" sz="1500" dirty="0"/>
          </a:p>
          <a:p>
            <a:pPr marL="0" indent="0">
              <a:buNone/>
            </a:pPr>
            <a:r>
              <a:rPr lang="en-IN" sz="1500" dirty="0"/>
              <a:t>from </a:t>
            </a:r>
            <a:r>
              <a:rPr lang="en-IN" sz="1500" dirty="0" err="1"/>
              <a:t>flipkart_warehouses</a:t>
            </a:r>
            <a:r>
              <a:rPr lang="en-IN" sz="1500" dirty="0"/>
              <a:t>,</a:t>
            </a:r>
          </a:p>
          <a:p>
            <a:pPr marL="0" indent="0">
              <a:buNone/>
            </a:pPr>
            <a:r>
              <a:rPr lang="en-IN" sz="1500" dirty="0"/>
              <a:t> </a:t>
            </a:r>
            <a:r>
              <a:rPr lang="en-IN" sz="1500" dirty="0" err="1"/>
              <a:t>avgprocesswhere</a:t>
            </a:r>
            <a:endParaRPr lang="en-IN" sz="1500" dirty="0"/>
          </a:p>
          <a:p>
            <a:pPr marL="0" indent="0">
              <a:buNone/>
            </a:pPr>
            <a:r>
              <a:rPr lang="en-IN" sz="1500" dirty="0"/>
              <a:t> </a:t>
            </a:r>
            <a:r>
              <a:rPr lang="en-IN" sz="1500" dirty="0" err="1"/>
              <a:t>Average_Processing_Time_Min</a:t>
            </a:r>
            <a:r>
              <a:rPr lang="en-IN" sz="1500" dirty="0"/>
              <a:t> &gt; </a:t>
            </a:r>
            <a:r>
              <a:rPr lang="en-IN" sz="1500" dirty="0" err="1"/>
              <a:t>global_avg</a:t>
            </a:r>
            <a:r>
              <a:rPr lang="en-IN" sz="1500" dirty="0"/>
              <a:t>;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F5156B-2003-5A27-194F-1F5DF041ED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215930"/>
              </p:ext>
            </p:extLst>
          </p:nvPr>
        </p:nvGraphicFramePr>
        <p:xfrm>
          <a:off x="4729316" y="1140541"/>
          <a:ext cx="5405283" cy="649224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801761">
                  <a:extLst>
                    <a:ext uri="{9D8B030D-6E8A-4147-A177-3AD203B41FA5}">
                      <a16:colId xmlns:a16="http://schemas.microsoft.com/office/drawing/2014/main" val="3711131439"/>
                    </a:ext>
                  </a:extLst>
                </a:gridCol>
                <a:gridCol w="1801761">
                  <a:extLst>
                    <a:ext uri="{9D8B030D-6E8A-4147-A177-3AD203B41FA5}">
                      <a16:colId xmlns:a16="http://schemas.microsoft.com/office/drawing/2014/main" val="1589763653"/>
                    </a:ext>
                  </a:extLst>
                </a:gridCol>
                <a:gridCol w="1801761">
                  <a:extLst>
                    <a:ext uri="{9D8B030D-6E8A-4147-A177-3AD203B41FA5}">
                      <a16:colId xmlns:a16="http://schemas.microsoft.com/office/drawing/2014/main" val="1186926869"/>
                    </a:ext>
                  </a:extLst>
                </a:gridCol>
              </a:tblGrid>
              <a:tr h="11964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WAREHOUSE_ID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WH_01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WAREHOUSE_NAME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Flipkart </a:t>
                      </a:r>
                      <a:r>
                        <a:rPr lang="en-IN" dirty="0" err="1"/>
                        <a:t>Fulfillment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Center</a:t>
                      </a:r>
                      <a:r>
                        <a:rPr lang="en-IN" dirty="0"/>
                        <a:t> Lucknow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AVG_PROCESSING_TIME_MIN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101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6150511"/>
                  </a:ext>
                </a:extLst>
              </a:tr>
              <a:tr h="79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WH_03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Flipkart </a:t>
                      </a:r>
                      <a:r>
                        <a:rPr lang="en-IN" dirty="0" err="1"/>
                        <a:t>Fulfillment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Center</a:t>
                      </a:r>
                      <a:r>
                        <a:rPr lang="en-IN" dirty="0"/>
                        <a:t> Mumbai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558226"/>
                  </a:ext>
                </a:extLst>
              </a:tr>
              <a:tr h="10369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WH_04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Flipkart Fulfillment Center Ahmedabad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191195"/>
                  </a:ext>
                </a:extLst>
              </a:tr>
              <a:tr h="79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WH_06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Flipkart Fulfillment Center Kolkata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4926193"/>
                  </a:ext>
                </a:extLst>
              </a:tr>
              <a:tr h="10369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WH_09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Flipkart Fulfillment Center Hyderabad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7319693"/>
                  </a:ext>
                </a:extLst>
              </a:tr>
              <a:tr h="79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WH_10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Flipkart </a:t>
                      </a:r>
                      <a:r>
                        <a:rPr lang="en-IN" dirty="0" err="1"/>
                        <a:t>Fulfillment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Center</a:t>
                      </a:r>
                      <a:r>
                        <a:rPr lang="en-IN" dirty="0"/>
                        <a:t> Chennai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9083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9208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53836-CFEB-449C-8E2E-ADFC6DEB1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32"/>
            <a:ext cx="10515600" cy="5862331"/>
          </a:xfrm>
        </p:spPr>
        <p:txBody>
          <a:bodyPr>
            <a:normAutofit/>
          </a:bodyPr>
          <a:lstStyle/>
          <a:p>
            <a:r>
              <a:rPr lang="en-US" dirty="0"/>
              <a:t>RANK WAREHOUSES BASED ON ONTIME DELIVERY PERCENTAGE.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500" dirty="0"/>
              <a:t>Select</a:t>
            </a:r>
          </a:p>
          <a:p>
            <a:pPr marL="0" indent="0">
              <a:buNone/>
            </a:pPr>
            <a:r>
              <a:rPr lang="en-US" sz="1500" dirty="0" err="1"/>
              <a:t>warehouse_id,round</a:t>
            </a:r>
            <a:r>
              <a:rPr lang="en-US" sz="1500" dirty="0"/>
              <a:t>(</a:t>
            </a:r>
          </a:p>
          <a:p>
            <a:pPr marL="0" indent="0">
              <a:buNone/>
            </a:pPr>
            <a:r>
              <a:rPr lang="en-US" sz="1500" dirty="0"/>
              <a:t>count( case when </a:t>
            </a:r>
            <a:r>
              <a:rPr lang="en-US" sz="1500" dirty="0" err="1"/>
              <a:t>actual_delivery_date</a:t>
            </a:r>
            <a:endParaRPr lang="en-US" sz="1500" dirty="0"/>
          </a:p>
          <a:p>
            <a:pPr marL="0" indent="0">
              <a:buNone/>
            </a:pPr>
            <a:r>
              <a:rPr lang="en-US" sz="1500" dirty="0"/>
              <a:t> &lt;=</a:t>
            </a:r>
            <a:r>
              <a:rPr lang="en-US" sz="1500" dirty="0" err="1"/>
              <a:t>expected_delivery_date</a:t>
            </a:r>
            <a:r>
              <a:rPr lang="en-US" sz="1500" dirty="0"/>
              <a:t> then 1 end)</a:t>
            </a:r>
          </a:p>
          <a:p>
            <a:pPr marL="0" indent="0">
              <a:buNone/>
            </a:pPr>
            <a:r>
              <a:rPr lang="en-US" sz="1500" dirty="0"/>
              <a:t>*100.0 /count(*),2) as </a:t>
            </a:r>
            <a:r>
              <a:rPr lang="en-US" sz="1500" dirty="0" err="1"/>
              <a:t>ontime_percentage</a:t>
            </a:r>
            <a:r>
              <a:rPr lang="en-US" sz="1500" dirty="0"/>
              <a:t>,</a:t>
            </a:r>
          </a:p>
          <a:p>
            <a:pPr marL="0" indent="0">
              <a:buNone/>
            </a:pPr>
            <a:r>
              <a:rPr lang="en-US" sz="1500" dirty="0"/>
              <a:t>rank() over(order </a:t>
            </a:r>
            <a:r>
              <a:rPr lang="en-US" sz="1500" dirty="0" err="1"/>
              <a:t>bycount</a:t>
            </a:r>
            <a:r>
              <a:rPr lang="en-US" sz="1500" dirty="0"/>
              <a:t>(</a:t>
            </a:r>
          </a:p>
          <a:p>
            <a:pPr marL="0" indent="0">
              <a:buNone/>
            </a:pPr>
            <a:r>
              <a:rPr lang="en-US" sz="1500" dirty="0"/>
              <a:t>case when </a:t>
            </a:r>
            <a:r>
              <a:rPr lang="en-US" sz="1500" dirty="0" err="1"/>
              <a:t>actual_delivery_date</a:t>
            </a:r>
            <a:r>
              <a:rPr lang="en-US" sz="1500" dirty="0"/>
              <a:t> </a:t>
            </a:r>
          </a:p>
          <a:p>
            <a:pPr marL="0" indent="0">
              <a:buNone/>
            </a:pPr>
            <a:r>
              <a:rPr lang="en-US" sz="1500" dirty="0"/>
              <a:t>&lt;=</a:t>
            </a:r>
            <a:r>
              <a:rPr lang="en-US" sz="1500" dirty="0" err="1"/>
              <a:t>expected_delivery_date</a:t>
            </a:r>
            <a:r>
              <a:rPr lang="en-US" sz="1500" dirty="0"/>
              <a:t> then 1 end)</a:t>
            </a:r>
          </a:p>
          <a:p>
            <a:pPr marL="0" indent="0">
              <a:buNone/>
            </a:pPr>
            <a:r>
              <a:rPr lang="en-US" sz="1500" dirty="0"/>
              <a:t>*100.0 / count(*) desc)</a:t>
            </a:r>
          </a:p>
          <a:p>
            <a:pPr marL="0" indent="0">
              <a:buNone/>
            </a:pPr>
            <a:r>
              <a:rPr lang="en-US" sz="1500" dirty="0"/>
              <a:t> as </a:t>
            </a:r>
            <a:r>
              <a:rPr lang="en-US" sz="1500" dirty="0" err="1"/>
              <a:t>warehouse_rank</a:t>
            </a:r>
            <a:endParaRPr lang="en-US" sz="1500" dirty="0"/>
          </a:p>
          <a:p>
            <a:pPr marL="0" indent="0">
              <a:buNone/>
            </a:pPr>
            <a:r>
              <a:rPr lang="en-US" sz="1500" dirty="0"/>
              <a:t>from </a:t>
            </a:r>
            <a:r>
              <a:rPr lang="en-US" sz="1500" dirty="0" err="1"/>
              <a:t>flipkart_orders</a:t>
            </a:r>
            <a:endParaRPr lang="en-US" sz="1500" dirty="0"/>
          </a:p>
          <a:p>
            <a:pPr marL="0" indent="0">
              <a:buNone/>
            </a:pPr>
            <a:r>
              <a:rPr lang="en-US" sz="1500" dirty="0"/>
              <a:t>group by </a:t>
            </a:r>
            <a:r>
              <a:rPr lang="en-US" sz="1500" dirty="0" err="1"/>
              <a:t>warehouse_id</a:t>
            </a:r>
            <a:r>
              <a:rPr lang="en-US" sz="1500" dirty="0"/>
              <a:t>;</a:t>
            </a:r>
            <a:endParaRPr lang="en-IN" sz="15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9C7DA3-F284-A107-FB6F-1B87FDC30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483270"/>
              </p:ext>
            </p:extLst>
          </p:nvPr>
        </p:nvGraphicFramePr>
        <p:xfrm>
          <a:off x="4404853" y="853804"/>
          <a:ext cx="3923070" cy="4646826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307690">
                  <a:extLst>
                    <a:ext uri="{9D8B030D-6E8A-4147-A177-3AD203B41FA5}">
                      <a16:colId xmlns:a16="http://schemas.microsoft.com/office/drawing/2014/main" val="3933625881"/>
                    </a:ext>
                  </a:extLst>
                </a:gridCol>
                <a:gridCol w="1307690">
                  <a:extLst>
                    <a:ext uri="{9D8B030D-6E8A-4147-A177-3AD203B41FA5}">
                      <a16:colId xmlns:a16="http://schemas.microsoft.com/office/drawing/2014/main" val="2687088314"/>
                    </a:ext>
                  </a:extLst>
                </a:gridCol>
                <a:gridCol w="1307690">
                  <a:extLst>
                    <a:ext uri="{9D8B030D-6E8A-4147-A177-3AD203B41FA5}">
                      <a16:colId xmlns:a16="http://schemas.microsoft.com/office/drawing/2014/main" val="1825287400"/>
                    </a:ext>
                  </a:extLst>
                </a:gridCol>
              </a:tblGrid>
              <a:tr h="450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WAREHOUSE_ID</a:t>
                      </a:r>
                    </a:p>
                    <a:p>
                      <a:pPr>
                        <a:buNone/>
                      </a:pPr>
                      <a:r>
                        <a:rPr lang="en-IN" sz="1100" dirty="0"/>
                        <a:t>WH_09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ONTIME_PERCENTAGE</a:t>
                      </a:r>
                    </a:p>
                    <a:p>
                      <a:pPr>
                        <a:buNone/>
                      </a:pPr>
                      <a:r>
                        <a:rPr lang="en-IN" sz="1100" dirty="0"/>
                        <a:t>83.72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WAREHOUSE_RANK</a:t>
                      </a:r>
                    </a:p>
                    <a:p>
                      <a:pPr>
                        <a:buNone/>
                      </a:pPr>
                      <a:r>
                        <a:rPr lang="en-IN" sz="11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385405"/>
                  </a:ext>
                </a:extLst>
              </a:tr>
              <a:tr h="450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WH_06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77.78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2316206"/>
                  </a:ext>
                </a:extLst>
              </a:tr>
              <a:tr h="450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WH_01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75.00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850868"/>
                  </a:ext>
                </a:extLst>
              </a:tr>
              <a:tr h="450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WH_04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74.19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4403470"/>
                  </a:ext>
                </a:extLst>
              </a:tr>
              <a:tr h="450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WH_08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73.68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3920303"/>
                  </a:ext>
                </a:extLst>
              </a:tr>
              <a:tr h="450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WH_05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72.41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365506"/>
                  </a:ext>
                </a:extLst>
              </a:tr>
              <a:tr h="450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WH_07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69.23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7439692"/>
                  </a:ext>
                </a:extLst>
              </a:tr>
              <a:tr h="450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WH_02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66.67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3053153"/>
                  </a:ext>
                </a:extLst>
              </a:tr>
              <a:tr h="450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WH_03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64.00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7727336"/>
                  </a:ext>
                </a:extLst>
              </a:tr>
              <a:tr h="450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WH_10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63.33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9799083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206720F-3385-5D83-B02E-1C954A9E98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1018037"/>
              </p:ext>
            </p:extLst>
          </p:nvPr>
        </p:nvGraphicFramePr>
        <p:xfrm>
          <a:off x="7944464" y="2231923"/>
          <a:ext cx="4075471" cy="2490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292175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F2A50-0BB1-E60F-6BA6-77FDFEE7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RECOMONDATION: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F446C-ABD5-1E3B-4EBB-E500E0960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WAREHOUSE ANLYSIS SHOWED SOME SLOW POINTS, DELAYS AND DIFFERENCES IN ONTIME DELIVERY.</a:t>
            </a:r>
          </a:p>
          <a:p>
            <a:r>
              <a:rPr lang="en-US" dirty="0"/>
              <a:t>BY IMPROVING PROCESSES USING RESOURCE BETTER AND ADDING AUTOMATION, THE DELIVERY SYSTEM CAN BECOME FASTER AND MORE RELIAB.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0789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87832-B478-8310-A471-E15ECEA7D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5 : DELIVERY AGENT PERFORMANCE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2792B-DE4F-37C0-D49D-2EF7712C7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4200" dirty="0"/>
              <a:t>RANK AGENTS(PER ROUTE) BY ONTIME DELIVERY PERCENTAGE </a:t>
            </a:r>
            <a:r>
              <a:rPr lang="en-US" dirty="0"/>
              <a:t>:  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</a:t>
            </a:r>
          </a:p>
          <a:p>
            <a:pPr marL="0" indent="0">
              <a:buNone/>
            </a:pPr>
            <a:r>
              <a:rPr lang="en-US" dirty="0" err="1"/>
              <a:t>agent_id,route_id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round(count(case when </a:t>
            </a:r>
          </a:p>
          <a:p>
            <a:pPr marL="0" indent="0">
              <a:buNone/>
            </a:pPr>
            <a:r>
              <a:rPr lang="en-US" dirty="0" err="1"/>
              <a:t>actual_delivery_date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&lt;=</a:t>
            </a:r>
            <a:r>
              <a:rPr lang="en-US" dirty="0" err="1"/>
              <a:t>expected_delivery_date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then 1 end)*100.0 / count(*),2) </a:t>
            </a:r>
          </a:p>
          <a:p>
            <a:pPr marL="0" indent="0">
              <a:buNone/>
            </a:pPr>
            <a:r>
              <a:rPr lang="en-US" dirty="0"/>
              <a:t>as </a:t>
            </a:r>
            <a:r>
              <a:rPr lang="en-US" dirty="0" err="1"/>
              <a:t>ontime_percentage,rank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over(partition by </a:t>
            </a:r>
            <a:r>
              <a:rPr lang="en-US" dirty="0" err="1"/>
              <a:t>route_id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order by count(case when </a:t>
            </a:r>
            <a:r>
              <a:rPr lang="en-US" dirty="0" err="1"/>
              <a:t>actual_delivery_date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&lt;=</a:t>
            </a:r>
            <a:r>
              <a:rPr lang="en-US" dirty="0" err="1"/>
              <a:t>expected_delivery_date</a:t>
            </a:r>
            <a:r>
              <a:rPr lang="en-US" dirty="0"/>
              <a:t> then 1 end)</a:t>
            </a:r>
          </a:p>
          <a:p>
            <a:pPr marL="0" indent="0">
              <a:buNone/>
            </a:pPr>
            <a:r>
              <a:rPr lang="en-US" dirty="0"/>
              <a:t>*100.0 / count(*) desc) </a:t>
            </a:r>
          </a:p>
          <a:p>
            <a:pPr marL="0" indent="0">
              <a:buNone/>
            </a:pPr>
            <a:r>
              <a:rPr lang="en-US" dirty="0"/>
              <a:t>as </a:t>
            </a:r>
            <a:r>
              <a:rPr lang="en-US" dirty="0" err="1"/>
              <a:t>agent_rank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flipkart_orders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group by </a:t>
            </a:r>
            <a:r>
              <a:rPr lang="en-US" dirty="0" err="1"/>
              <a:t>agent_id</a:t>
            </a:r>
            <a:r>
              <a:rPr lang="en-US" dirty="0"/>
              <a:t>, </a:t>
            </a:r>
            <a:r>
              <a:rPr lang="en-US" dirty="0" err="1"/>
              <a:t>route_id</a:t>
            </a:r>
            <a:r>
              <a:rPr lang="en-US" dirty="0"/>
              <a:t>;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3146DB-EC32-C3C8-5A03-C2E65A578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408321"/>
              </p:ext>
            </p:extLst>
          </p:nvPr>
        </p:nvGraphicFramePr>
        <p:xfrm>
          <a:off x="4316360" y="2023672"/>
          <a:ext cx="4758816" cy="459302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89704">
                  <a:extLst>
                    <a:ext uri="{9D8B030D-6E8A-4147-A177-3AD203B41FA5}">
                      <a16:colId xmlns:a16="http://schemas.microsoft.com/office/drawing/2014/main" val="3562279104"/>
                    </a:ext>
                  </a:extLst>
                </a:gridCol>
                <a:gridCol w="1189704">
                  <a:extLst>
                    <a:ext uri="{9D8B030D-6E8A-4147-A177-3AD203B41FA5}">
                      <a16:colId xmlns:a16="http://schemas.microsoft.com/office/drawing/2014/main" val="1659564024"/>
                    </a:ext>
                  </a:extLst>
                </a:gridCol>
                <a:gridCol w="1189704">
                  <a:extLst>
                    <a:ext uri="{9D8B030D-6E8A-4147-A177-3AD203B41FA5}">
                      <a16:colId xmlns:a16="http://schemas.microsoft.com/office/drawing/2014/main" val="2679108644"/>
                    </a:ext>
                  </a:extLst>
                </a:gridCol>
                <a:gridCol w="1189704">
                  <a:extLst>
                    <a:ext uri="{9D8B030D-6E8A-4147-A177-3AD203B41FA5}">
                      <a16:colId xmlns:a16="http://schemas.microsoft.com/office/drawing/2014/main" val="33948733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AGENT _ID</a:t>
                      </a:r>
                    </a:p>
                    <a:p>
                      <a:pPr>
                        <a:buNone/>
                      </a:pPr>
                      <a:r>
                        <a:rPr lang="en-IN" sz="1500" dirty="0"/>
                        <a:t>AG_017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ROUTE_ID</a:t>
                      </a:r>
                    </a:p>
                    <a:p>
                      <a:pPr>
                        <a:buNone/>
                      </a:pPr>
                      <a:r>
                        <a:rPr lang="en-IN" sz="1500" dirty="0"/>
                        <a:t>RT_01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ONTIME_PERCENTAGE</a:t>
                      </a:r>
                    </a:p>
                    <a:p>
                      <a:pPr>
                        <a:buNone/>
                      </a:pPr>
                      <a:r>
                        <a:rPr lang="en-IN" sz="1500" dirty="0"/>
                        <a:t>100.00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AGENT_RANK</a:t>
                      </a:r>
                    </a:p>
                    <a:p>
                      <a:pPr>
                        <a:buNone/>
                      </a:pPr>
                      <a:r>
                        <a:rPr lang="en-IN" sz="1500" dirty="0"/>
                        <a:t>1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673886666"/>
                  </a:ext>
                </a:extLst>
              </a:tr>
              <a:tr h="282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AG_026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RT_01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100.00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760172483"/>
                  </a:ext>
                </a:extLst>
              </a:tr>
              <a:tr h="282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AG_030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RT_01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100.00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945549539"/>
                  </a:ext>
                </a:extLst>
              </a:tr>
              <a:tr h="282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AG_010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RT_01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100.00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004848995"/>
                  </a:ext>
                </a:extLst>
              </a:tr>
              <a:tr h="282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AG_041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RT_01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100.00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679260737"/>
                  </a:ext>
                </a:extLst>
              </a:tr>
              <a:tr h="282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AG_046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RT_01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100.00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507891508"/>
                  </a:ext>
                </a:extLst>
              </a:tr>
              <a:tr h="282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AG_016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RT_01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100.00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051523706"/>
                  </a:ext>
                </a:extLst>
              </a:tr>
              <a:tr h="282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AG_043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RT_01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100.00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666860435"/>
                  </a:ext>
                </a:extLst>
              </a:tr>
              <a:tr h="282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AG_037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RT_01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100.00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023220417"/>
                  </a:ext>
                </a:extLst>
              </a:tr>
              <a:tr h="282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AG_014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RT_01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0.00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10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000873744"/>
                  </a:ext>
                </a:extLst>
              </a:tr>
              <a:tr h="282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AG_012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RT_01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0.00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10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507825174"/>
                  </a:ext>
                </a:extLst>
              </a:tr>
              <a:tr h="282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AG_018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RT_01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0.00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10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227023139"/>
                  </a:ext>
                </a:extLst>
              </a:tr>
              <a:tr h="282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AG_019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RT_01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0.00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10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433230929"/>
                  </a:ext>
                </a:extLst>
              </a:tr>
              <a:tr h="282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AG_003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RT_02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100.00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1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798383940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91288FA-B11A-25C4-31BE-B0BE6719CF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2023885"/>
              </p:ext>
            </p:extLst>
          </p:nvPr>
        </p:nvGraphicFramePr>
        <p:xfrm>
          <a:off x="8583561" y="2861186"/>
          <a:ext cx="3097162" cy="2694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16162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E708D-C82A-CCBB-531D-61D90B860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2787"/>
            <a:ext cx="10515600" cy="5754176"/>
          </a:xfrm>
        </p:spPr>
        <p:txBody>
          <a:bodyPr>
            <a:normAutofit/>
          </a:bodyPr>
          <a:lstStyle/>
          <a:p>
            <a:r>
              <a:rPr lang="en-US" dirty="0"/>
              <a:t>FIND AGENTS WITH ONTIME % &lt; 80%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1400" dirty="0"/>
              <a:t>Select </a:t>
            </a:r>
            <a:r>
              <a:rPr lang="en-US" sz="1400" dirty="0" err="1"/>
              <a:t>agent_id</a:t>
            </a:r>
            <a:r>
              <a:rPr lang="en-US" sz="1400" dirty="0"/>
              <a:t>,</a:t>
            </a:r>
          </a:p>
          <a:p>
            <a:pPr marL="0" indent="0">
              <a:buNone/>
            </a:pPr>
            <a:r>
              <a:rPr lang="en-US" sz="1400" dirty="0"/>
              <a:t>round( count(case when</a:t>
            </a:r>
          </a:p>
          <a:p>
            <a:pPr marL="0" indent="0">
              <a:buNone/>
            </a:pPr>
            <a:r>
              <a:rPr lang="en-US" sz="1400" dirty="0"/>
              <a:t> </a:t>
            </a:r>
            <a:r>
              <a:rPr lang="en-US" sz="1400" dirty="0" err="1"/>
              <a:t>actual_delivery_date</a:t>
            </a:r>
            <a:r>
              <a:rPr lang="en-US" sz="1400" dirty="0"/>
              <a:t> </a:t>
            </a:r>
          </a:p>
          <a:p>
            <a:pPr marL="0" indent="0">
              <a:buNone/>
            </a:pPr>
            <a:r>
              <a:rPr lang="en-US" sz="1400" dirty="0"/>
              <a:t>&lt;=</a:t>
            </a:r>
            <a:r>
              <a:rPr lang="en-US" sz="1400" dirty="0" err="1"/>
              <a:t>expected_delivery_date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 then 1 end)*100.0 / count(*),2)</a:t>
            </a:r>
          </a:p>
          <a:p>
            <a:pPr marL="0" indent="0">
              <a:buNone/>
            </a:pPr>
            <a:r>
              <a:rPr lang="en-US" sz="1400" dirty="0"/>
              <a:t> as </a:t>
            </a:r>
            <a:r>
              <a:rPr lang="en-US" sz="1400" dirty="0" err="1"/>
              <a:t>ontime_percentage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from </a:t>
            </a:r>
            <a:r>
              <a:rPr lang="en-US" sz="1400" dirty="0" err="1"/>
              <a:t>flipkart_orders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group by </a:t>
            </a:r>
            <a:r>
              <a:rPr lang="en-US" sz="1400" dirty="0" err="1"/>
              <a:t>Agent_ID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having </a:t>
            </a:r>
            <a:r>
              <a:rPr lang="en-US" sz="1400" dirty="0" err="1"/>
              <a:t>ontime_percentage</a:t>
            </a:r>
            <a:r>
              <a:rPr lang="en-US" sz="1400" dirty="0"/>
              <a:t>&lt; 80;</a:t>
            </a:r>
            <a:endParaRPr lang="en-IN" sz="1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E05C7D-3BE9-A096-56B4-30EDEE145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628836"/>
              </p:ext>
            </p:extLst>
          </p:nvPr>
        </p:nvGraphicFramePr>
        <p:xfrm>
          <a:off x="4010984" y="1150374"/>
          <a:ext cx="3343546" cy="5108659"/>
        </p:xfrm>
        <a:graphic>
          <a:graphicData uri="http://schemas.openxmlformats.org/drawingml/2006/table">
            <a:tbl>
              <a:tblPr>
                <a:tableStyleId>{18603FDC-E32A-4AB5-989C-0864C3EAD2B8}</a:tableStyleId>
              </a:tblPr>
              <a:tblGrid>
                <a:gridCol w="1671773">
                  <a:extLst>
                    <a:ext uri="{9D8B030D-6E8A-4147-A177-3AD203B41FA5}">
                      <a16:colId xmlns:a16="http://schemas.microsoft.com/office/drawing/2014/main" val="2683652805"/>
                    </a:ext>
                  </a:extLst>
                </a:gridCol>
                <a:gridCol w="1671773">
                  <a:extLst>
                    <a:ext uri="{9D8B030D-6E8A-4147-A177-3AD203B41FA5}">
                      <a16:colId xmlns:a16="http://schemas.microsoft.com/office/drawing/2014/main" val="2996397846"/>
                    </a:ext>
                  </a:extLst>
                </a:gridCol>
              </a:tblGrid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/>
                        <a:t>AGENT_ID</a:t>
                      </a:r>
                    </a:p>
                    <a:p>
                      <a:pPr>
                        <a:buNone/>
                      </a:pPr>
                      <a:r>
                        <a:rPr lang="en-IN" sz="700" dirty="0"/>
                        <a:t>AG_033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/>
                        <a:t>ONTIME_PERCENTAGE</a:t>
                      </a:r>
                    </a:p>
                    <a:p>
                      <a:pPr>
                        <a:buNone/>
                      </a:pPr>
                      <a:r>
                        <a:rPr lang="en-IN" sz="700" dirty="0"/>
                        <a:t>50.00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2225136285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AG_001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66.67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391865240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AG_028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75.00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195247218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AG_013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50.00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1873674869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AG_020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33.33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2991977368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AG_002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66.67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2127376901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AG_027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60.00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3809086818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AG_016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71.43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2805078388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AG_015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66.67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1544843283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AG_036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62.50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3220254362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AG_025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75.00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2486799466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AG_048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66.67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1887247669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AG_018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75.00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2120983501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AG_030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60.00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3900217467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AG_045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57.14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2380777225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AG_035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50.00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2477433426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AG_021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62.50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40683035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AG_029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66.67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1493567834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AG_043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57.14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4237466873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AG_022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66.67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1414136433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AG_019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63.64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93794819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AG_010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71.43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2791777830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AG_017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60.00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317351477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AG_034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40.00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2224319341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AG_011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40.00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2165721720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AG_047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66.67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2059140834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AG_008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75.00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848139285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AG_007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66.67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186747873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AG_012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40.00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419648526"/>
                  </a:ext>
                </a:extLst>
              </a:tr>
              <a:tr h="167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AG_014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/>
                        <a:t>66.67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3775214503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99EDF64-E43C-3E3F-E1BE-F1D0D3FB35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8188503"/>
              </p:ext>
            </p:extLst>
          </p:nvPr>
        </p:nvGraphicFramePr>
        <p:xfrm>
          <a:off x="7068165" y="192827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76197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33836-7F3E-82DC-9E8D-C84EE1FC0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5471"/>
            <a:ext cx="10515600" cy="5911492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COMPARE AVERAGE SPEED OF TOP 5 VS BOTTOM 5 AGENTS USING SUBQUERIES.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dirty="0" err="1"/>
              <a:t>select'top</a:t>
            </a:r>
            <a:r>
              <a:rPr lang="en-IN" dirty="0"/>
              <a:t> 5 agents’</a:t>
            </a:r>
          </a:p>
          <a:p>
            <a:pPr marL="0" indent="0">
              <a:buNone/>
            </a:pPr>
            <a:r>
              <a:rPr lang="en-IN" dirty="0"/>
              <a:t> as </a:t>
            </a:r>
            <a:r>
              <a:rPr lang="en-IN" dirty="0" err="1"/>
              <a:t>agent_group</a:t>
            </a:r>
            <a:r>
              <a:rPr lang="en-IN" dirty="0"/>
              <a:t>, </a:t>
            </a:r>
          </a:p>
          <a:p>
            <a:pPr marL="0" indent="0">
              <a:buNone/>
            </a:pPr>
            <a:r>
              <a:rPr lang="en-IN" dirty="0" err="1"/>
              <a:t>avg</a:t>
            </a:r>
            <a:r>
              <a:rPr lang="en-IN" dirty="0"/>
              <a:t>(</a:t>
            </a:r>
            <a:r>
              <a:rPr lang="en-IN" dirty="0" err="1"/>
              <a:t>Avg_Speed_KMPH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as </a:t>
            </a:r>
            <a:r>
              <a:rPr lang="en-IN" dirty="0" err="1"/>
              <a:t>avg_speed</a:t>
            </a:r>
            <a:r>
              <a:rPr lang="en-IN" dirty="0"/>
              <a:t> from (</a:t>
            </a:r>
          </a:p>
          <a:p>
            <a:pPr marL="0" indent="0">
              <a:buNone/>
            </a:pPr>
            <a:r>
              <a:rPr lang="en-IN" dirty="0"/>
              <a:t>select </a:t>
            </a:r>
            <a:r>
              <a:rPr lang="en-IN" dirty="0" err="1"/>
              <a:t>Avg_Speed_KMPH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flipkart_deliveryagents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order by </a:t>
            </a:r>
            <a:r>
              <a:rPr lang="en-IN" dirty="0" err="1"/>
              <a:t>Avg_Speed_KMPH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 err="1"/>
              <a:t>desc</a:t>
            </a:r>
            <a:r>
              <a:rPr lang="en-IN" dirty="0"/>
              <a:t> limit 5) as </a:t>
            </a:r>
            <a:r>
              <a:rPr lang="en-IN" dirty="0" err="1"/>
              <a:t>top_agents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Union</a:t>
            </a:r>
          </a:p>
          <a:p>
            <a:pPr marL="0" indent="0">
              <a:buNone/>
            </a:pPr>
            <a:r>
              <a:rPr lang="en-IN" dirty="0" err="1"/>
              <a:t>select'bottom</a:t>
            </a:r>
            <a:r>
              <a:rPr lang="en-IN" dirty="0"/>
              <a:t> 5 agents’</a:t>
            </a:r>
          </a:p>
          <a:p>
            <a:pPr marL="0" indent="0">
              <a:buNone/>
            </a:pPr>
            <a:r>
              <a:rPr lang="en-IN" dirty="0"/>
              <a:t> as </a:t>
            </a:r>
            <a:r>
              <a:rPr lang="en-IN" dirty="0" err="1"/>
              <a:t>agent_group</a:t>
            </a:r>
            <a:r>
              <a:rPr lang="en-IN" dirty="0"/>
              <a:t>, </a:t>
            </a:r>
          </a:p>
          <a:p>
            <a:pPr marL="0" indent="0">
              <a:buNone/>
            </a:pPr>
            <a:r>
              <a:rPr lang="en-IN" dirty="0" err="1"/>
              <a:t>avg</a:t>
            </a:r>
            <a:r>
              <a:rPr lang="en-IN" dirty="0"/>
              <a:t>(</a:t>
            </a:r>
            <a:r>
              <a:rPr lang="en-IN" dirty="0" err="1"/>
              <a:t>Avg_Speed_KMPH</a:t>
            </a:r>
            <a:r>
              <a:rPr lang="en-IN" dirty="0"/>
              <a:t>) </a:t>
            </a:r>
          </a:p>
          <a:p>
            <a:pPr marL="0" indent="0">
              <a:buNone/>
            </a:pPr>
            <a:r>
              <a:rPr lang="en-IN" dirty="0"/>
              <a:t>as </a:t>
            </a:r>
            <a:r>
              <a:rPr lang="en-IN" dirty="0" err="1"/>
              <a:t>avg_speed</a:t>
            </a:r>
            <a:r>
              <a:rPr lang="en-IN" dirty="0"/>
              <a:t> from (</a:t>
            </a:r>
          </a:p>
          <a:p>
            <a:pPr marL="0" indent="0">
              <a:buNone/>
            </a:pPr>
            <a:r>
              <a:rPr lang="en-IN" dirty="0"/>
              <a:t>select </a:t>
            </a:r>
            <a:r>
              <a:rPr lang="en-IN" dirty="0" err="1"/>
              <a:t>Avg_Speed_KMPH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flipkart_deliveryagents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order by </a:t>
            </a:r>
            <a:r>
              <a:rPr lang="en-IN" dirty="0" err="1"/>
              <a:t>Avg_Speed_KMPH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asc</a:t>
            </a:r>
            <a:r>
              <a:rPr lang="en-IN" dirty="0"/>
              <a:t> limit 5) as </a:t>
            </a:r>
            <a:r>
              <a:rPr lang="en-IN" dirty="0" err="1"/>
              <a:t>bottom_agents</a:t>
            </a:r>
            <a:r>
              <a:rPr lang="en-IN" dirty="0"/>
              <a:t>;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10291D-6F4A-5A49-C3A5-372401A55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059831"/>
              </p:ext>
            </p:extLst>
          </p:nvPr>
        </p:nvGraphicFramePr>
        <p:xfrm>
          <a:off x="4257368" y="2507226"/>
          <a:ext cx="5614220" cy="2118634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807110">
                  <a:extLst>
                    <a:ext uri="{9D8B030D-6E8A-4147-A177-3AD203B41FA5}">
                      <a16:colId xmlns:a16="http://schemas.microsoft.com/office/drawing/2014/main" val="1525021724"/>
                    </a:ext>
                  </a:extLst>
                </a:gridCol>
                <a:gridCol w="2807110">
                  <a:extLst>
                    <a:ext uri="{9D8B030D-6E8A-4147-A177-3AD203B41FA5}">
                      <a16:colId xmlns:a16="http://schemas.microsoft.com/office/drawing/2014/main" val="3167337315"/>
                    </a:ext>
                  </a:extLst>
                </a:gridCol>
              </a:tblGrid>
              <a:tr h="929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AGENT_GROUP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top 5 agents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AVG_SPEED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53.02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160798"/>
                  </a:ext>
                </a:extLst>
              </a:tr>
              <a:tr h="929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bottom 5 agents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35.32000000000001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3030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4449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5299C-E224-FA4E-EA0A-A1401B433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SUGGEST TRAINING AND WORKLOAD BALANCING STRATEGIES FOR LOW PERFORMERS.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1E483-D817-5195-3C7A-30D8EDA26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TARGETED TRAINING: TRAIN LOW PERFORMING AGENTS ON ROUTE HANDLING AND TIME MANAGEMENT</a:t>
            </a:r>
          </a:p>
          <a:p>
            <a:r>
              <a:rPr lang="en-US" dirty="0"/>
              <a:t>ROUTE OPTIMIZATION: ASSIGN SHORTER AND FAMILIER ROUTES TO WEAK AGENTS.</a:t>
            </a:r>
          </a:p>
          <a:p>
            <a:r>
              <a:rPr lang="en-US" dirty="0"/>
              <a:t>WORKLOAD BALANCING: REDUCE LOAD ON POOR PERFORMERS AND ASSIGN HIGH VOLUME ROUTES TO TOP AGENTS.</a:t>
            </a:r>
          </a:p>
          <a:p>
            <a:r>
              <a:rPr lang="en-US" dirty="0"/>
              <a:t>PERFORMANCE MONITORING : TRACK AGENT PERFORMANCE WEEKLY AND SET KPI MINIMUM 90% ON TIME DELIVERY.</a:t>
            </a:r>
          </a:p>
          <a:p>
            <a:r>
              <a:rPr lang="en-US" dirty="0"/>
              <a:t>INCENTIVE SYSTEM: REWARD TOP PERFORMING AGENTS AND ENCOURAGE COMPITITION.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9485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F156B-CDE7-F0DC-5B61-1A278916E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6 : SHIPMENT TRACKING ANALYSIS: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3E3E3-D089-A145-A9BE-75FC81EBD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EACH ORDER, LIST THE LAST CHECKPOINT AND TIME.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200" dirty="0"/>
              <a:t>Select</a:t>
            </a:r>
          </a:p>
          <a:p>
            <a:pPr marL="0" indent="0">
              <a:buNone/>
            </a:pPr>
            <a:r>
              <a:rPr lang="en-US" sz="2200" dirty="0" err="1"/>
              <a:t>order_id</a:t>
            </a:r>
            <a:r>
              <a:rPr lang="en-US" sz="2200" dirty="0"/>
              <a:t>,</a:t>
            </a:r>
          </a:p>
          <a:p>
            <a:pPr marL="0" indent="0">
              <a:buNone/>
            </a:pPr>
            <a:r>
              <a:rPr lang="en-US" sz="2200" dirty="0"/>
              <a:t>max(</a:t>
            </a:r>
            <a:r>
              <a:rPr lang="en-US" sz="2200" dirty="0" err="1"/>
              <a:t>checkpoint_time</a:t>
            </a:r>
            <a:r>
              <a:rPr lang="en-US" sz="2200" dirty="0"/>
              <a:t>)</a:t>
            </a:r>
          </a:p>
          <a:p>
            <a:pPr marL="0" indent="0">
              <a:buNone/>
            </a:pPr>
            <a:r>
              <a:rPr lang="en-US" sz="2200" dirty="0"/>
              <a:t> as </a:t>
            </a:r>
            <a:r>
              <a:rPr lang="en-US" sz="2200" dirty="0" err="1"/>
              <a:t>last_checkpoint_time</a:t>
            </a:r>
            <a:r>
              <a:rPr lang="en-US" sz="2200" dirty="0"/>
              <a:t>,</a:t>
            </a:r>
          </a:p>
          <a:p>
            <a:pPr marL="0" indent="0">
              <a:buNone/>
            </a:pPr>
            <a:r>
              <a:rPr lang="en-US" sz="2200" dirty="0"/>
              <a:t>max(checkpoint) as</a:t>
            </a:r>
          </a:p>
          <a:p>
            <a:pPr marL="0" indent="0">
              <a:buNone/>
            </a:pPr>
            <a:r>
              <a:rPr lang="en-US" sz="2200" dirty="0"/>
              <a:t> </a:t>
            </a:r>
            <a:r>
              <a:rPr lang="en-US" sz="2200" dirty="0" err="1"/>
              <a:t>last_checkpoint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from </a:t>
            </a:r>
            <a:r>
              <a:rPr lang="en-US" sz="2200" dirty="0" err="1"/>
              <a:t>flipkart_shipmenttracking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group by </a:t>
            </a:r>
            <a:r>
              <a:rPr lang="en-US" sz="2200" dirty="0" err="1"/>
              <a:t>Order_ID</a:t>
            </a:r>
            <a:r>
              <a:rPr lang="en-US" dirty="0"/>
              <a:t>;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C02A88-7A27-5CDF-F50E-65FD4FD27B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60620"/>
              </p:ext>
            </p:extLst>
          </p:nvPr>
        </p:nvGraphicFramePr>
        <p:xfrm>
          <a:off x="4827639" y="2373931"/>
          <a:ext cx="5438391" cy="4714950"/>
        </p:xfrm>
        <a:graphic>
          <a:graphicData uri="http://schemas.openxmlformats.org/drawingml/2006/table">
            <a:tbl>
              <a:tblPr/>
              <a:tblGrid>
                <a:gridCol w="1812797">
                  <a:extLst>
                    <a:ext uri="{9D8B030D-6E8A-4147-A177-3AD203B41FA5}">
                      <a16:colId xmlns:a16="http://schemas.microsoft.com/office/drawing/2014/main" val="1556532786"/>
                    </a:ext>
                  </a:extLst>
                </a:gridCol>
                <a:gridCol w="1812797">
                  <a:extLst>
                    <a:ext uri="{9D8B030D-6E8A-4147-A177-3AD203B41FA5}">
                      <a16:colId xmlns:a16="http://schemas.microsoft.com/office/drawing/2014/main" val="1432404669"/>
                    </a:ext>
                  </a:extLst>
                </a:gridCol>
                <a:gridCol w="1812797">
                  <a:extLst>
                    <a:ext uri="{9D8B030D-6E8A-4147-A177-3AD203B41FA5}">
                      <a16:colId xmlns:a16="http://schemas.microsoft.com/office/drawing/2014/main" val="3779484750"/>
                    </a:ext>
                  </a:extLst>
                </a:gridCol>
              </a:tblGrid>
              <a:tr h="622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ORDER_ID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FLP-ORD-0095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LAST_CHECKPOINT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_TIME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2025-08-24 11:49:00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LAST_CHECKPOINT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Hub_5_Jaipur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310971"/>
                  </a:ext>
                </a:extLst>
              </a:tr>
              <a:tr h="249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FLP-ORD-0074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2025-08-30 00:35:00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Hub_5_Kolkata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1272786"/>
                  </a:ext>
                </a:extLst>
              </a:tr>
              <a:tr h="249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FLP-ORD-0199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2025-08-09 22:37:00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Hub_5_Kolkata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567941"/>
                  </a:ext>
                </a:extLst>
              </a:tr>
              <a:tr h="249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FLP-ORD-0190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2025-08-20 22:15:00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Hub_5_Jaipur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989455"/>
                  </a:ext>
                </a:extLst>
              </a:tr>
              <a:tr h="249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FLP-ORD-0021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2025-08-21 18:46:00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Hub_3_Delhi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151444"/>
                  </a:ext>
                </a:extLst>
              </a:tr>
              <a:tr h="249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FLP-ORD-0246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2025-08-08 21:00:00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Hub_5_Mumbai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540732"/>
                  </a:ext>
                </a:extLst>
              </a:tr>
              <a:tr h="249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FLP-ORD-0061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2025-08-25 20:37:00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Hub_4_Mumbai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555454"/>
                  </a:ext>
                </a:extLst>
              </a:tr>
              <a:tr h="249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FLP-ORD-0283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2025-07-25 14:34:00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Hub_3_Pune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939147"/>
                  </a:ext>
                </a:extLst>
              </a:tr>
              <a:tr h="249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FLP-ORD-0134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2025-08-26 15:29:00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Hub_5_Kolkata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94118"/>
                  </a:ext>
                </a:extLst>
              </a:tr>
              <a:tr h="249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FLP-ORD-0241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2025-08-24 12:31:00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Hub_5_Hyderabad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901941"/>
                  </a:ext>
                </a:extLst>
              </a:tr>
              <a:tr h="249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FLP-ORD-0114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2025-08-29 15:09:00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Hub_5_Hyderabad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504220"/>
                  </a:ext>
                </a:extLst>
              </a:tr>
              <a:tr h="249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FLP-ORD-0214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2025-08-21 05:39:00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Hub_4_Lucknow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002701"/>
                  </a:ext>
                </a:extLst>
              </a:tr>
              <a:tr h="249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FLP-ORD-0126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2025-08-11 21:21:00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Hub_5_Ahmedabad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466442"/>
                  </a:ext>
                </a:extLst>
              </a:tr>
              <a:tr h="249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FLP-ORD-0251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2025-08-28 19:02:00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Hub_5_Delhi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397577"/>
                  </a:ext>
                </a:extLst>
              </a:tr>
              <a:tr h="249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FLP-ORD-0280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2025-08-28 17:41:00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Hub_4_Chennai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104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1671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4843B-A104-91F8-634C-C889A415F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8761"/>
            <a:ext cx="10515600" cy="5518202"/>
          </a:xfrm>
        </p:spPr>
        <p:txBody>
          <a:bodyPr/>
          <a:lstStyle/>
          <a:p>
            <a:r>
              <a:rPr lang="en-US" dirty="0"/>
              <a:t>FIND THE MOST COMMON DELAY REASONS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000" dirty="0"/>
              <a:t>Select</a:t>
            </a:r>
          </a:p>
          <a:p>
            <a:pPr marL="0" indent="0">
              <a:buNone/>
            </a:pPr>
            <a:r>
              <a:rPr lang="en-US" sz="2000" dirty="0" err="1"/>
              <a:t>delay_reason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count(*) as </a:t>
            </a:r>
            <a:r>
              <a:rPr lang="en-US" sz="2000" dirty="0" err="1"/>
              <a:t>total_count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from </a:t>
            </a:r>
            <a:r>
              <a:rPr lang="en-US" sz="2000" dirty="0" err="1"/>
              <a:t>flipkart_shipmenttracking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where </a:t>
            </a:r>
            <a:r>
              <a:rPr lang="en-US" sz="2000" dirty="0" err="1"/>
              <a:t>Delay_Reason</a:t>
            </a:r>
            <a:r>
              <a:rPr lang="en-US" sz="2000" dirty="0"/>
              <a:t> != 'none’</a:t>
            </a:r>
          </a:p>
          <a:p>
            <a:pPr marL="0" indent="0">
              <a:buNone/>
            </a:pPr>
            <a:r>
              <a:rPr lang="en-US" sz="2000" dirty="0"/>
              <a:t>group by </a:t>
            </a:r>
            <a:r>
              <a:rPr lang="en-US" sz="2000" dirty="0" err="1"/>
              <a:t>Delay_Reason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order by </a:t>
            </a:r>
            <a:r>
              <a:rPr lang="en-US" sz="2000" dirty="0" err="1"/>
              <a:t>total_count</a:t>
            </a:r>
            <a:r>
              <a:rPr lang="en-US" sz="2000" dirty="0"/>
              <a:t> desc;</a:t>
            </a:r>
            <a:endParaRPr lang="en-IN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3B19DF-A632-265D-9A65-EA6CDB74D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318560"/>
              </p:ext>
            </p:extLst>
          </p:nvPr>
        </p:nvGraphicFramePr>
        <p:xfrm>
          <a:off x="5201264" y="1966452"/>
          <a:ext cx="6152536" cy="2636722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076268">
                  <a:extLst>
                    <a:ext uri="{9D8B030D-6E8A-4147-A177-3AD203B41FA5}">
                      <a16:colId xmlns:a16="http://schemas.microsoft.com/office/drawing/2014/main" val="2775912951"/>
                    </a:ext>
                  </a:extLst>
                </a:gridCol>
                <a:gridCol w="3076268">
                  <a:extLst>
                    <a:ext uri="{9D8B030D-6E8A-4147-A177-3AD203B41FA5}">
                      <a16:colId xmlns:a16="http://schemas.microsoft.com/office/drawing/2014/main" val="2431099097"/>
                    </a:ext>
                  </a:extLst>
                </a:gridCol>
              </a:tblGrid>
              <a:tr h="861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DELAY_REASON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Traffic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TOTAL_COUNT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387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485713"/>
                  </a:ext>
                </a:extLst>
              </a:tr>
              <a:tr h="861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Weather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3131048"/>
                  </a:ext>
                </a:extLst>
              </a:tr>
              <a:tr h="861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Technical Issue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6052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4051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F181B-57B2-B7CD-BA30-9847AFB9B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8258"/>
            <a:ext cx="10515600" cy="5488705"/>
          </a:xfrm>
        </p:spPr>
        <p:txBody>
          <a:bodyPr>
            <a:normAutofit/>
          </a:bodyPr>
          <a:lstStyle/>
          <a:p>
            <a:r>
              <a:rPr lang="en-US" dirty="0"/>
              <a:t>IDENTIFY ORDERS WITH &gt; 2 DELAYED CHECKPOINT 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400" dirty="0"/>
              <a:t>Select</a:t>
            </a:r>
          </a:p>
          <a:p>
            <a:pPr marL="0" indent="0">
              <a:buNone/>
            </a:pPr>
            <a:r>
              <a:rPr lang="en-US" sz="1400" dirty="0" err="1"/>
              <a:t>order_id,count</a:t>
            </a:r>
            <a:r>
              <a:rPr lang="en-US" sz="1400" dirty="0"/>
              <a:t>(*) </a:t>
            </a:r>
          </a:p>
          <a:p>
            <a:pPr marL="0" indent="0">
              <a:buNone/>
            </a:pPr>
            <a:r>
              <a:rPr lang="en-US" sz="1400" dirty="0"/>
              <a:t>as </a:t>
            </a:r>
            <a:r>
              <a:rPr lang="en-US" sz="1400" dirty="0" err="1"/>
              <a:t>delayed_counts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from </a:t>
            </a:r>
            <a:r>
              <a:rPr lang="en-US" sz="1400" dirty="0" err="1"/>
              <a:t>flipkart_shipmenttracking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where </a:t>
            </a:r>
            <a:r>
              <a:rPr lang="en-US" sz="1400" dirty="0" err="1"/>
              <a:t>Delay_Minutes</a:t>
            </a:r>
            <a:r>
              <a:rPr lang="en-US" sz="1400" dirty="0"/>
              <a:t> &gt; 0</a:t>
            </a:r>
          </a:p>
          <a:p>
            <a:pPr marL="0" indent="0">
              <a:buNone/>
            </a:pPr>
            <a:r>
              <a:rPr lang="en-US" sz="1400" dirty="0"/>
              <a:t>group by </a:t>
            </a:r>
            <a:r>
              <a:rPr lang="en-US" sz="1400" dirty="0" err="1"/>
              <a:t>Order_ID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having count(*) &gt;2</a:t>
            </a:r>
          </a:p>
          <a:p>
            <a:pPr marL="0" indent="0">
              <a:buNone/>
            </a:pPr>
            <a:r>
              <a:rPr lang="en-US" sz="1400" dirty="0"/>
              <a:t>order by </a:t>
            </a:r>
            <a:r>
              <a:rPr lang="en-US" sz="1400" dirty="0" err="1"/>
              <a:t>delayed_counts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 desc;</a:t>
            </a:r>
            <a:endParaRPr lang="en-IN" sz="1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950355-C64A-ECF5-FE63-75C6F0A9FE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051820"/>
              </p:ext>
            </p:extLst>
          </p:nvPr>
        </p:nvGraphicFramePr>
        <p:xfrm>
          <a:off x="3333136" y="1079725"/>
          <a:ext cx="4467892" cy="4955942"/>
        </p:xfrm>
        <a:graphic>
          <a:graphicData uri="http://schemas.openxmlformats.org/drawingml/2006/table">
            <a:tbl>
              <a:tblPr>
                <a:tableStyleId>{327F97BB-C833-4FB7-BDE5-3F7075034690}</a:tableStyleId>
              </a:tblPr>
              <a:tblGrid>
                <a:gridCol w="2233946">
                  <a:extLst>
                    <a:ext uri="{9D8B030D-6E8A-4147-A177-3AD203B41FA5}">
                      <a16:colId xmlns:a16="http://schemas.microsoft.com/office/drawing/2014/main" val="2623583105"/>
                    </a:ext>
                  </a:extLst>
                </a:gridCol>
                <a:gridCol w="2233946">
                  <a:extLst>
                    <a:ext uri="{9D8B030D-6E8A-4147-A177-3AD203B41FA5}">
                      <a16:colId xmlns:a16="http://schemas.microsoft.com/office/drawing/2014/main" val="2735218443"/>
                    </a:ext>
                  </a:extLst>
                </a:gridCol>
              </a:tblGrid>
              <a:tr h="290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ORDER_ID</a:t>
                      </a:r>
                    </a:p>
                    <a:p>
                      <a:pPr>
                        <a:buNone/>
                      </a:pPr>
                      <a:r>
                        <a:rPr lang="en-IN" sz="1500" dirty="0"/>
                        <a:t>FLP-ORD-0202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DELAYED_COUNT</a:t>
                      </a:r>
                    </a:p>
                    <a:p>
                      <a:pPr>
                        <a:buNone/>
                      </a:pPr>
                      <a:r>
                        <a:rPr lang="en-IN" sz="1500" dirty="0"/>
                        <a:t>8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73473291"/>
                  </a:ext>
                </a:extLst>
              </a:tr>
              <a:tr h="3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FLP-ORD-0061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7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691627130"/>
                  </a:ext>
                </a:extLst>
              </a:tr>
              <a:tr h="3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FLP-ORD-0114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7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014363244"/>
                  </a:ext>
                </a:extLst>
              </a:tr>
              <a:tr h="3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FLP-ORD-0251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7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068462878"/>
                  </a:ext>
                </a:extLst>
              </a:tr>
              <a:tr h="3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FLP-ORD-0128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7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730326233"/>
                  </a:ext>
                </a:extLst>
              </a:tr>
              <a:tr h="3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FLP-ORD-0229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7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438649633"/>
                  </a:ext>
                </a:extLst>
              </a:tr>
              <a:tr h="3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FLP-ORD-0026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6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409147406"/>
                  </a:ext>
                </a:extLst>
              </a:tr>
              <a:tr h="3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FLP-ORD-0177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6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557620281"/>
                  </a:ext>
                </a:extLst>
              </a:tr>
              <a:tr h="3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FLP-ORD-0067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6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84998382"/>
                  </a:ext>
                </a:extLst>
              </a:tr>
              <a:tr h="3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FLP-ORD-0075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6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165585259"/>
                  </a:ext>
                </a:extLst>
              </a:tr>
              <a:tr h="3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FLP-ORD-0190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5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190357744"/>
                  </a:ext>
                </a:extLst>
              </a:tr>
              <a:tr h="3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FLP-ORD-0221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5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00298379"/>
                  </a:ext>
                </a:extLst>
              </a:tr>
              <a:tr h="3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FLP-ORD-0041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5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811691260"/>
                  </a:ext>
                </a:extLst>
              </a:tr>
              <a:tr h="3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FLP-ORD-0155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5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212340957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6EC278F-50ED-88D6-EB6B-751DE270A2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909653"/>
              </p:ext>
            </p:extLst>
          </p:nvPr>
        </p:nvGraphicFramePr>
        <p:xfrm>
          <a:off x="7315126" y="229337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376811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9528D-C120-F84C-9B69-307695CA6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RECOMONDATION :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3F647-E113-8709-E86A-9D04914C2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IDENTIFYING DELAY PATTERNS AND IMPROVING TRACKING EFFICIENCY, THE COMPANY CAN REDUCE DELIVERY DELAYS,</a:t>
            </a:r>
          </a:p>
          <a:p>
            <a:r>
              <a:rPr lang="en-US" dirty="0"/>
              <a:t>IMPROVE CUSTOMER SATISFACTION AND OPTIMIZE OVERALL LOGISTICS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00978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98A37-6312-6516-48CB-58B96B78E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7 : ADVANCED KPI REPORTING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21208-82AF-C4B5-1AC8-9F58846CE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AVERAGE DELIVERY DELAY PER REGION (START_LOCATION)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dirty="0"/>
              <a:t>Select</a:t>
            </a:r>
          </a:p>
          <a:p>
            <a:pPr marL="0" indent="0">
              <a:buNone/>
            </a:pPr>
            <a:r>
              <a:rPr lang="en-IN" dirty="0" err="1"/>
              <a:t>start_location</a:t>
            </a:r>
            <a:r>
              <a:rPr lang="en-IN" dirty="0"/>
              <a:t>,</a:t>
            </a:r>
          </a:p>
          <a:p>
            <a:pPr marL="0" indent="0">
              <a:buNone/>
            </a:pPr>
            <a:r>
              <a:rPr lang="en-IN" dirty="0" err="1"/>
              <a:t>avg</a:t>
            </a:r>
            <a:r>
              <a:rPr lang="en-IN" dirty="0"/>
              <a:t>(</a:t>
            </a:r>
            <a:r>
              <a:rPr lang="en-IN" dirty="0" err="1"/>
              <a:t>datediff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 err="1"/>
              <a:t>actual_delivery_date</a:t>
            </a:r>
            <a:r>
              <a:rPr lang="en-IN" dirty="0"/>
              <a:t>,</a:t>
            </a:r>
          </a:p>
          <a:p>
            <a:pPr marL="0" indent="0">
              <a:buNone/>
            </a:pPr>
            <a:r>
              <a:rPr lang="en-IN" dirty="0" err="1"/>
              <a:t>expected_delivery_date</a:t>
            </a:r>
            <a:r>
              <a:rPr lang="en-IN" dirty="0"/>
              <a:t>)) </a:t>
            </a:r>
          </a:p>
          <a:p>
            <a:pPr marL="0" indent="0">
              <a:buNone/>
            </a:pPr>
            <a:r>
              <a:rPr lang="en-IN" dirty="0"/>
              <a:t>as </a:t>
            </a:r>
            <a:r>
              <a:rPr lang="en-IN" dirty="0" err="1"/>
              <a:t>avg_delay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flipkart_orders</a:t>
            </a:r>
            <a:r>
              <a:rPr lang="en-IN" dirty="0"/>
              <a:t> o</a:t>
            </a:r>
          </a:p>
          <a:p>
            <a:pPr marL="0" indent="0">
              <a:buNone/>
            </a:pPr>
            <a:r>
              <a:rPr lang="en-IN" dirty="0"/>
              <a:t> join </a:t>
            </a:r>
            <a:r>
              <a:rPr lang="en-IN" dirty="0" err="1"/>
              <a:t>flipkart_routes</a:t>
            </a:r>
            <a:r>
              <a:rPr lang="en-IN" dirty="0"/>
              <a:t> r on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o.route_id</a:t>
            </a:r>
            <a:r>
              <a:rPr lang="en-IN" dirty="0"/>
              <a:t> = </a:t>
            </a:r>
            <a:r>
              <a:rPr lang="en-IN" dirty="0" err="1"/>
              <a:t>r.route_id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group by </a:t>
            </a:r>
            <a:r>
              <a:rPr lang="en-IN" dirty="0" err="1"/>
              <a:t>start_location</a:t>
            </a:r>
            <a:r>
              <a:rPr lang="en-IN" dirty="0"/>
              <a:t>;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AA00F0-9F5F-09AB-9AB3-670B55C03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361648"/>
              </p:ext>
            </p:extLst>
          </p:nvPr>
        </p:nvGraphicFramePr>
        <p:xfrm>
          <a:off x="4090219" y="2605548"/>
          <a:ext cx="3775586" cy="3266240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1887793">
                  <a:extLst>
                    <a:ext uri="{9D8B030D-6E8A-4147-A177-3AD203B41FA5}">
                      <a16:colId xmlns:a16="http://schemas.microsoft.com/office/drawing/2014/main" val="3687384716"/>
                    </a:ext>
                  </a:extLst>
                </a:gridCol>
                <a:gridCol w="1887793">
                  <a:extLst>
                    <a:ext uri="{9D8B030D-6E8A-4147-A177-3AD203B41FA5}">
                      <a16:colId xmlns:a16="http://schemas.microsoft.com/office/drawing/2014/main" val="4284821818"/>
                    </a:ext>
                  </a:extLst>
                </a:gridCol>
              </a:tblGrid>
              <a:tr h="415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START_LOCATION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Hyderabad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AVG_DELAY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0.3806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9994522"/>
                  </a:ext>
                </a:extLst>
              </a:tr>
              <a:tr h="415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Mumbai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0.4706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92750"/>
                  </a:ext>
                </a:extLst>
              </a:tr>
              <a:tr h="415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0.5556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852386"/>
                  </a:ext>
                </a:extLst>
              </a:tr>
              <a:tr h="415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Bengaluru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4317741"/>
                  </a:ext>
                </a:extLst>
              </a:tr>
              <a:tr h="415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Lucknow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0.5385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5973961"/>
                  </a:ext>
                </a:extLst>
              </a:tr>
              <a:tr h="415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Ahmedabad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0.6061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881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64449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9C346-FA0B-C51D-358E-473D04B64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0942"/>
            <a:ext cx="10515600" cy="5646021"/>
          </a:xfrm>
        </p:spPr>
        <p:txBody>
          <a:bodyPr/>
          <a:lstStyle/>
          <a:p>
            <a:r>
              <a:rPr lang="en-US" dirty="0"/>
              <a:t>ONTIME DELIVERY % 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</a:t>
            </a:r>
          </a:p>
          <a:p>
            <a:pPr marL="0" indent="0">
              <a:buNone/>
            </a:pPr>
            <a:r>
              <a:rPr lang="en-US" dirty="0"/>
              <a:t>round(count(</a:t>
            </a:r>
          </a:p>
          <a:p>
            <a:pPr marL="0" indent="0">
              <a:buNone/>
            </a:pPr>
            <a:r>
              <a:rPr lang="en-US" dirty="0"/>
              <a:t>case when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actual_delivery_date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&lt;=</a:t>
            </a:r>
            <a:r>
              <a:rPr lang="en-US" dirty="0" err="1"/>
              <a:t>expected_delivery_date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then 1 end)*100.0 / count(*),2)</a:t>
            </a:r>
          </a:p>
          <a:p>
            <a:pPr marL="0" indent="0">
              <a:buNone/>
            </a:pPr>
            <a:r>
              <a:rPr lang="en-US" dirty="0"/>
              <a:t> as </a:t>
            </a:r>
            <a:r>
              <a:rPr lang="en-US" dirty="0" err="1"/>
              <a:t>ontime_delivery_percentage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flipkart_orders</a:t>
            </a:r>
            <a:r>
              <a:rPr lang="en-US" dirty="0"/>
              <a:t>;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112597-E578-AC39-E20C-91084987E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984082"/>
              </p:ext>
            </p:extLst>
          </p:nvPr>
        </p:nvGraphicFramePr>
        <p:xfrm>
          <a:off x="7325032" y="3818414"/>
          <a:ext cx="4028768" cy="91440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028768">
                  <a:extLst>
                    <a:ext uri="{9D8B030D-6E8A-4147-A177-3AD203B41FA5}">
                      <a16:colId xmlns:a16="http://schemas.microsoft.com/office/drawing/2014/main" val="39357264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ONTIME_DELIVERY_PERCENTAGE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72.67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8803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02175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365C4-56B7-7301-C730-774E0F634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8090"/>
            <a:ext cx="10515600" cy="5478873"/>
          </a:xfrm>
        </p:spPr>
        <p:txBody>
          <a:bodyPr/>
          <a:lstStyle/>
          <a:p>
            <a:r>
              <a:rPr lang="en-US" dirty="0"/>
              <a:t>AVERAGE TRAFFIC DELAY PER ROUTE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</a:t>
            </a:r>
          </a:p>
          <a:p>
            <a:pPr marL="0" indent="0">
              <a:buNone/>
            </a:pPr>
            <a:r>
              <a:rPr lang="en-US" dirty="0" err="1"/>
              <a:t>route_id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avg(</a:t>
            </a:r>
            <a:r>
              <a:rPr lang="en-US" dirty="0" err="1"/>
              <a:t>traffic_delay_min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as </a:t>
            </a:r>
            <a:r>
              <a:rPr lang="en-US" dirty="0" err="1"/>
              <a:t>avg_traffic_delay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flipkart_routes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group by </a:t>
            </a:r>
            <a:r>
              <a:rPr lang="en-US" dirty="0" err="1"/>
              <a:t>route_id</a:t>
            </a:r>
            <a:r>
              <a:rPr lang="en-US" dirty="0"/>
              <a:t>;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8B9A19E-F5C8-C13B-3FCE-38E6E843E3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696548"/>
              </p:ext>
            </p:extLst>
          </p:nvPr>
        </p:nvGraphicFramePr>
        <p:xfrm>
          <a:off x="5053780" y="1356852"/>
          <a:ext cx="3677266" cy="5011194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838633">
                  <a:extLst>
                    <a:ext uri="{9D8B030D-6E8A-4147-A177-3AD203B41FA5}">
                      <a16:colId xmlns:a16="http://schemas.microsoft.com/office/drawing/2014/main" val="3460323620"/>
                    </a:ext>
                  </a:extLst>
                </a:gridCol>
                <a:gridCol w="1838633">
                  <a:extLst>
                    <a:ext uri="{9D8B030D-6E8A-4147-A177-3AD203B41FA5}">
                      <a16:colId xmlns:a16="http://schemas.microsoft.com/office/drawing/2014/main" val="2402310785"/>
                    </a:ext>
                  </a:extLst>
                </a:gridCol>
              </a:tblGrid>
              <a:tr h="243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ROUTE_ID</a:t>
                      </a:r>
                    </a:p>
                    <a:p>
                      <a:pPr>
                        <a:buNone/>
                      </a:pPr>
                      <a:r>
                        <a:rPr lang="en-IN" sz="1100" dirty="0"/>
                        <a:t>RT_01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AVG_TRAFFIC_DELAY</a:t>
                      </a:r>
                    </a:p>
                    <a:p>
                      <a:pPr>
                        <a:buNone/>
                      </a:pPr>
                      <a:r>
                        <a:rPr lang="en-IN" sz="1100" dirty="0"/>
                        <a:t>67.0000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715982686"/>
                  </a:ext>
                </a:extLst>
              </a:tr>
              <a:tr h="243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RT_02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30.0000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228076530"/>
                  </a:ext>
                </a:extLst>
              </a:tr>
              <a:tr h="243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RT_03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29.0000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237431509"/>
                  </a:ext>
                </a:extLst>
              </a:tr>
              <a:tr h="243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RT_04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23.0000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927615362"/>
                  </a:ext>
                </a:extLst>
              </a:tr>
              <a:tr h="243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RT_05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55.0000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592935200"/>
                  </a:ext>
                </a:extLst>
              </a:tr>
              <a:tr h="243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RT_06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15.0000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817346225"/>
                  </a:ext>
                </a:extLst>
              </a:tr>
              <a:tr h="243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RT_07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58.0000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142472995"/>
                  </a:ext>
                </a:extLst>
              </a:tr>
              <a:tr h="243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RT_08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90.0000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187427521"/>
                  </a:ext>
                </a:extLst>
              </a:tr>
              <a:tr h="243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RT_09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83.0000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916845237"/>
                  </a:ext>
                </a:extLst>
              </a:tr>
              <a:tr h="243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RT_10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15.0000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738507566"/>
                  </a:ext>
                </a:extLst>
              </a:tr>
              <a:tr h="243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RT_11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20.0000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956801758"/>
                  </a:ext>
                </a:extLst>
              </a:tr>
              <a:tr h="243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RT_12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58.0000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158851112"/>
                  </a:ext>
                </a:extLst>
              </a:tr>
              <a:tr h="243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RT_13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56.0000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4118663461"/>
                  </a:ext>
                </a:extLst>
              </a:tr>
              <a:tr h="243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RT_14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36.0000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392076226"/>
                  </a:ext>
                </a:extLst>
              </a:tr>
              <a:tr h="243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RT_15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87.0000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4057556773"/>
                  </a:ext>
                </a:extLst>
              </a:tr>
              <a:tr h="243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RT_16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30.0000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4167639916"/>
                  </a:ext>
                </a:extLst>
              </a:tr>
              <a:tr h="243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RT_17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81.0000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811073108"/>
                  </a:ext>
                </a:extLst>
              </a:tr>
              <a:tr h="243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RT_18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17.0000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4267875650"/>
                  </a:ext>
                </a:extLst>
              </a:tr>
              <a:tr h="243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RT_19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50.0000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512311621"/>
                  </a:ext>
                </a:extLst>
              </a:tr>
              <a:tr h="243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RT_20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37.0000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137984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27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24730-3593-3D87-2FC3-21C110448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RECOMONDATION1: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4769C-4F8F-D506-1B1B-335CBE7EE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TARGETING HIGH DELAY REGIONS, IMPROVING ONTIME DELIVERY FROM 72% TO 90%,</a:t>
            </a:r>
          </a:p>
          <a:p>
            <a:r>
              <a:rPr lang="en-US" dirty="0"/>
              <a:t>AND OPTIMIZING TRAFFIC HEAVY ROUTES,</a:t>
            </a:r>
          </a:p>
          <a:p>
            <a:r>
              <a:rPr lang="en-US" dirty="0"/>
              <a:t>THE COMPANY CAN SIGNIFICANTLY ENHANCED DELIVERY SPEED AND CUSTOMER SATISFACTION.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68762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7AEFE-D8C0-E694-09F0-C08075E15A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THANK   YOU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01526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3008</Words>
  <Application>Microsoft Office PowerPoint</Application>
  <PresentationFormat>Widescreen</PresentationFormat>
  <Paragraphs>919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Aptos Display</vt:lpstr>
      <vt:lpstr>Arial</vt:lpstr>
      <vt:lpstr>Wingdings</vt:lpstr>
      <vt:lpstr>Office Theme</vt:lpstr>
      <vt:lpstr>LOGISTICS OPTIMIZATION  FOR DELIVERY  ROUTES - FLIPKART</vt:lpstr>
      <vt:lpstr>TASK 1: DATA CLEANING &amp; PREPARATION </vt:lpstr>
      <vt:lpstr>PowerPoint Presentation</vt:lpstr>
      <vt:lpstr>PowerPoint Presentation</vt:lpstr>
      <vt:lpstr>PowerPoint Presentation</vt:lpstr>
      <vt:lpstr>Task 2 : DELIVERY DELAY ANALYSIS </vt:lpstr>
      <vt:lpstr>PowerPoint Presentation</vt:lpstr>
      <vt:lpstr>PowerPoint Presentation</vt:lpstr>
      <vt:lpstr>PowerPoint Presentation</vt:lpstr>
      <vt:lpstr>TASK 3 : ROUTE OPTIMIZATION INSIGHTS</vt:lpstr>
      <vt:lpstr>    DISTANCE TO TIME EFFICIENCY RATIO : DISTANCE_KM /          AVERAGE_TRAVEL_TIME_MIN.   select   avg(distance_km / Average_Travel_Time_Min)  as  efficiency_ratio   from flipkart_routes;              </vt:lpstr>
      <vt:lpstr>PowerPoint Presentation</vt:lpstr>
      <vt:lpstr>PowerPoint Presentation</vt:lpstr>
      <vt:lpstr>RECOMONDATION :</vt:lpstr>
      <vt:lpstr>TASK 4 : WAREHOUSE PERFORMANCE : </vt:lpstr>
      <vt:lpstr>PowerPoint Presentation</vt:lpstr>
      <vt:lpstr>PowerPoint Presentation</vt:lpstr>
      <vt:lpstr>PowerPoint Presentation</vt:lpstr>
      <vt:lpstr>RECOMONDATION:</vt:lpstr>
      <vt:lpstr>TASK 5 : DELIVERY AGENT PERFORMANCE</vt:lpstr>
      <vt:lpstr>PowerPoint Presentation</vt:lpstr>
      <vt:lpstr>PowerPoint Presentation</vt:lpstr>
      <vt:lpstr>SUGGEST TRAINING AND WORKLOAD BALANCING STRATEGIES FOR LOW PERFORMERS.</vt:lpstr>
      <vt:lpstr>TASK 6 : SHIPMENT TRACKING ANALYSIS:</vt:lpstr>
      <vt:lpstr>PowerPoint Presentation</vt:lpstr>
      <vt:lpstr>PowerPoint Presentation</vt:lpstr>
      <vt:lpstr>RECOMONDATION : </vt:lpstr>
      <vt:lpstr>TASK 7 : ADVANCED KPI REPORTING</vt:lpstr>
      <vt:lpstr>PowerPoint Presentation</vt:lpstr>
      <vt:lpstr>PowerPoint Presentation</vt:lpstr>
      <vt:lpstr>RECOMONDATION1:</vt:lpstr>
      <vt:lpstr>THANK 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suraishwarya20@gmail.com</dc:creator>
  <cp:lastModifiedBy>suraishwarya20@gmail.com</cp:lastModifiedBy>
  <cp:revision>2</cp:revision>
  <dcterms:created xsi:type="dcterms:W3CDTF">2026-05-19T17:59:45Z</dcterms:created>
  <dcterms:modified xsi:type="dcterms:W3CDTF">2026-05-21T16:24:01Z</dcterms:modified>
</cp:coreProperties>
</file>